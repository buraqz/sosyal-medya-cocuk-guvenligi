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0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41B32-4802-073E-21D9-88A8D5D25480}" v="3287" dt="2025-12-24T10:25:43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rak Aksu" userId="S::m.aksu@marun.edu.tr::9184b367-05b5-4c0a-a0b2-cf2cfff0cc7b" providerId="AD" clId="Web-{7D441B32-4802-073E-21D9-88A8D5D25480}"/>
    <pc:docChg chg="addSld delSld modSld addMainMaster delMainMaster">
      <pc:chgData name="Burak Aksu" userId="S::m.aksu@marun.edu.tr::9184b367-05b5-4c0a-a0b2-cf2cfff0cc7b" providerId="AD" clId="Web-{7D441B32-4802-073E-21D9-88A8D5D25480}" dt="2025-12-24T10:25:43.474" v="3253" actId="20577"/>
      <pc:docMkLst>
        <pc:docMk/>
      </pc:docMkLst>
      <pc:sldChg chg="addSp modSp mod setBg modClrScheme chgLayout">
        <pc:chgData name="Burak Aksu" userId="S::m.aksu@marun.edu.tr::9184b367-05b5-4c0a-a0b2-cf2cfff0cc7b" providerId="AD" clId="Web-{7D441B32-4802-073E-21D9-88A8D5D25480}" dt="2025-12-24T08:09:22.438" v="36" actId="20577"/>
        <pc:sldMkLst>
          <pc:docMk/>
          <pc:sldMk cId="1674425800" sldId="256"/>
        </pc:sldMkLst>
        <pc:spChg chg="mod">
          <ac:chgData name="Burak Aksu" userId="S::m.aksu@marun.edu.tr::9184b367-05b5-4c0a-a0b2-cf2cfff0cc7b" providerId="AD" clId="Web-{7D441B32-4802-073E-21D9-88A8D5D25480}" dt="2025-12-24T08:08:55.282" v="21" actId="20577"/>
          <ac:spMkLst>
            <pc:docMk/>
            <pc:sldMk cId="1674425800" sldId="256"/>
            <ac:spMk id="2" creationId="{00000000-0000-0000-0000-000000000000}"/>
          </ac:spMkLst>
        </pc:spChg>
        <pc:spChg chg="mod">
          <ac:chgData name="Burak Aksu" userId="S::m.aksu@marun.edu.tr::9184b367-05b5-4c0a-a0b2-cf2cfff0cc7b" providerId="AD" clId="Web-{7D441B32-4802-073E-21D9-88A8D5D25480}" dt="2025-12-24T08:09:22.438" v="36" actId="20577"/>
          <ac:spMkLst>
            <pc:docMk/>
            <pc:sldMk cId="1674425800" sldId="256"/>
            <ac:spMk id="3" creationId="{00000000-0000-0000-0000-000000000000}"/>
          </ac:spMkLst>
        </pc:spChg>
        <pc:spChg chg="add">
          <ac:chgData name="Burak Aksu" userId="S::m.aksu@marun.edu.tr::9184b367-05b5-4c0a-a0b2-cf2cfff0cc7b" providerId="AD" clId="Web-{7D441B32-4802-073E-21D9-88A8D5D25480}" dt="2025-12-24T08:08:02.984" v="0"/>
          <ac:spMkLst>
            <pc:docMk/>
            <pc:sldMk cId="1674425800" sldId="256"/>
            <ac:spMk id="8" creationId="{CEDBC09E-10FE-C48A-8AE5-2DE3D7D705D6}"/>
          </ac:spMkLst>
        </pc:spChg>
        <pc:spChg chg="add">
          <ac:chgData name="Burak Aksu" userId="S::m.aksu@marun.edu.tr::9184b367-05b5-4c0a-a0b2-cf2cfff0cc7b" providerId="AD" clId="Web-{7D441B32-4802-073E-21D9-88A8D5D25480}" dt="2025-12-24T08:08:02.984" v="0"/>
          <ac:spMkLst>
            <pc:docMk/>
            <pc:sldMk cId="1674425800" sldId="256"/>
            <ac:spMk id="10" creationId="{31EBD83C-D653-7B6E-791C-91DC49F82E50}"/>
          </ac:spMkLst>
        </pc:spChg>
        <pc:spChg chg="add">
          <ac:chgData name="Burak Aksu" userId="S::m.aksu@marun.edu.tr::9184b367-05b5-4c0a-a0b2-cf2cfff0cc7b" providerId="AD" clId="Web-{7D441B32-4802-073E-21D9-88A8D5D25480}" dt="2025-12-24T08:08:02.984" v="0"/>
          <ac:spMkLst>
            <pc:docMk/>
            <pc:sldMk cId="1674425800" sldId="256"/>
            <ac:spMk id="12" creationId="{28B09CB6-CBCC-A221-E35E-4FA215926078}"/>
          </ac:spMkLst>
        </pc:spChg>
      </pc:sldChg>
      <pc:sldChg chg="modSp new">
        <pc:chgData name="Burak Aksu" userId="S::m.aksu@marun.edu.tr::9184b367-05b5-4c0a-a0b2-cf2cfff0cc7b" providerId="AD" clId="Web-{7D441B32-4802-073E-21D9-88A8D5D25480}" dt="2025-12-24T09:14:25.769" v="623" actId="20577"/>
        <pc:sldMkLst>
          <pc:docMk/>
          <pc:sldMk cId="1461636459" sldId="257"/>
        </pc:sldMkLst>
        <pc:spChg chg="mod">
          <ac:chgData name="Burak Aksu" userId="S::m.aksu@marun.edu.tr::9184b367-05b5-4c0a-a0b2-cf2cfff0cc7b" providerId="AD" clId="Web-{7D441B32-4802-073E-21D9-88A8D5D25480}" dt="2025-12-24T08:26:10.712" v="56" actId="20577"/>
          <ac:spMkLst>
            <pc:docMk/>
            <pc:sldMk cId="1461636459" sldId="257"/>
            <ac:spMk id="2" creationId="{B45BBD68-9616-8519-A9D4-43D59B3C46FE}"/>
          </ac:spMkLst>
        </pc:spChg>
        <pc:spChg chg="mod">
          <ac:chgData name="Burak Aksu" userId="S::m.aksu@marun.edu.tr::9184b367-05b5-4c0a-a0b2-cf2cfff0cc7b" providerId="AD" clId="Web-{7D441B32-4802-073E-21D9-88A8D5D25480}" dt="2025-12-24T09:14:25.769" v="623" actId="20577"/>
          <ac:spMkLst>
            <pc:docMk/>
            <pc:sldMk cId="1461636459" sldId="257"/>
            <ac:spMk id="3" creationId="{2DEDBAFA-EBD4-568F-30B7-C535FE37675B}"/>
          </ac:spMkLst>
        </pc:spChg>
      </pc:sldChg>
      <pc:sldChg chg="modSp new">
        <pc:chgData name="Burak Aksu" userId="S::m.aksu@marun.edu.tr::9184b367-05b5-4c0a-a0b2-cf2cfff0cc7b" providerId="AD" clId="Web-{7D441B32-4802-073E-21D9-88A8D5D25480}" dt="2025-12-24T09:13:37.080" v="620" actId="20577"/>
        <pc:sldMkLst>
          <pc:docMk/>
          <pc:sldMk cId="2011052407" sldId="258"/>
        </pc:sldMkLst>
        <pc:spChg chg="mod">
          <ac:chgData name="Burak Aksu" userId="S::m.aksu@marun.edu.tr::9184b367-05b5-4c0a-a0b2-cf2cfff0cc7b" providerId="AD" clId="Web-{7D441B32-4802-073E-21D9-88A8D5D25480}" dt="2025-12-24T08:35:03.674" v="159" actId="20577"/>
          <ac:spMkLst>
            <pc:docMk/>
            <pc:sldMk cId="2011052407" sldId="258"/>
            <ac:spMk id="2" creationId="{D8DCEFE8-8AA4-AAEC-4DD1-EFB5D2918605}"/>
          </ac:spMkLst>
        </pc:spChg>
        <pc:spChg chg="mod">
          <ac:chgData name="Burak Aksu" userId="S::m.aksu@marun.edu.tr::9184b367-05b5-4c0a-a0b2-cf2cfff0cc7b" providerId="AD" clId="Web-{7D441B32-4802-073E-21D9-88A8D5D25480}" dt="2025-12-24T09:13:37.080" v="620" actId="20577"/>
          <ac:spMkLst>
            <pc:docMk/>
            <pc:sldMk cId="2011052407" sldId="258"/>
            <ac:spMk id="3" creationId="{C20DF431-08C1-FA39-BF91-D13C8DB40336}"/>
          </ac:spMkLst>
        </pc:spChg>
      </pc:sldChg>
      <pc:sldChg chg="modSp new">
        <pc:chgData name="Burak Aksu" userId="S::m.aksu@marun.edu.tr::9184b367-05b5-4c0a-a0b2-cf2cfff0cc7b" providerId="AD" clId="Web-{7D441B32-4802-073E-21D9-88A8D5D25480}" dt="2025-12-24T08:49:53.071" v="592" actId="20577"/>
        <pc:sldMkLst>
          <pc:docMk/>
          <pc:sldMk cId="1124617094" sldId="259"/>
        </pc:sldMkLst>
        <pc:spChg chg="mod">
          <ac:chgData name="Burak Aksu" userId="S::m.aksu@marun.edu.tr::9184b367-05b5-4c0a-a0b2-cf2cfff0cc7b" providerId="AD" clId="Web-{7D441B32-4802-073E-21D9-88A8D5D25480}" dt="2025-12-24T08:49:53.071" v="592" actId="20577"/>
          <ac:spMkLst>
            <pc:docMk/>
            <pc:sldMk cId="1124617094" sldId="259"/>
            <ac:spMk id="2" creationId="{6A10B64A-91B9-5FEC-7965-1EF7E150BB21}"/>
          </ac:spMkLst>
        </pc:spChg>
        <pc:spChg chg="mod">
          <ac:chgData name="Burak Aksu" userId="S::m.aksu@marun.edu.tr::9184b367-05b5-4c0a-a0b2-cf2cfff0cc7b" providerId="AD" clId="Web-{7D441B32-4802-073E-21D9-88A8D5D25480}" dt="2025-12-24T08:49:36.882" v="587" actId="20577"/>
          <ac:spMkLst>
            <pc:docMk/>
            <pc:sldMk cId="1124617094" sldId="259"/>
            <ac:spMk id="3" creationId="{BE9F5036-F760-CB28-AFB3-0D2D2B00C426}"/>
          </ac:spMkLst>
        </pc:spChg>
      </pc:sldChg>
      <pc:sldChg chg="modSp new">
        <pc:chgData name="Burak Aksu" userId="S::m.aksu@marun.edu.tr::9184b367-05b5-4c0a-a0b2-cf2cfff0cc7b" providerId="AD" clId="Web-{7D441B32-4802-073E-21D9-88A8D5D25480}" dt="2025-12-24T10:18:03.621" v="2945" actId="20577"/>
        <pc:sldMkLst>
          <pc:docMk/>
          <pc:sldMk cId="1045496766" sldId="260"/>
        </pc:sldMkLst>
        <pc:spChg chg="mod">
          <ac:chgData name="Burak Aksu" userId="S::m.aksu@marun.edu.tr::9184b367-05b5-4c0a-a0b2-cf2cfff0cc7b" providerId="AD" clId="Web-{7D441B32-4802-073E-21D9-88A8D5D25480}" dt="2025-12-24T08:44:12.416" v="484" actId="20577"/>
          <ac:spMkLst>
            <pc:docMk/>
            <pc:sldMk cId="1045496766" sldId="260"/>
            <ac:spMk id="2" creationId="{B44EAEAB-DFCD-8675-420E-0BC9D918DE93}"/>
          </ac:spMkLst>
        </pc:spChg>
        <pc:spChg chg="mod">
          <ac:chgData name="Burak Aksu" userId="S::m.aksu@marun.edu.tr::9184b367-05b5-4c0a-a0b2-cf2cfff0cc7b" providerId="AD" clId="Web-{7D441B32-4802-073E-21D9-88A8D5D25480}" dt="2025-12-24T10:18:03.621" v="2945" actId="20577"/>
          <ac:spMkLst>
            <pc:docMk/>
            <pc:sldMk cId="1045496766" sldId="260"/>
            <ac:spMk id="3" creationId="{1CF609A8-575A-0DA7-0AE9-B1C6DA9E671A}"/>
          </ac:spMkLst>
        </pc:spChg>
      </pc:sldChg>
      <pc:sldChg chg="addSp delSp modSp new">
        <pc:chgData name="Burak Aksu" userId="S::m.aksu@marun.edu.tr::9184b367-05b5-4c0a-a0b2-cf2cfff0cc7b" providerId="AD" clId="Web-{7D441B32-4802-073E-21D9-88A8D5D25480}" dt="2025-12-24T09:27:58.237" v="884" actId="20577"/>
        <pc:sldMkLst>
          <pc:docMk/>
          <pc:sldMk cId="1619401674" sldId="261"/>
        </pc:sldMkLst>
        <pc:spChg chg="mod">
          <ac:chgData name="Burak Aksu" userId="S::m.aksu@marun.edu.tr::9184b367-05b5-4c0a-a0b2-cf2cfff0cc7b" providerId="AD" clId="Web-{7D441B32-4802-073E-21D9-88A8D5D25480}" dt="2025-12-24T09:11:03.265" v="610" actId="20577"/>
          <ac:spMkLst>
            <pc:docMk/>
            <pc:sldMk cId="1619401674" sldId="261"/>
            <ac:spMk id="2" creationId="{A0D3DD0A-ECB4-46D9-E54F-3E683CDFF99B}"/>
          </ac:spMkLst>
        </pc:spChg>
        <pc:spChg chg="del mod">
          <ac:chgData name="Burak Aksu" userId="S::m.aksu@marun.edu.tr::9184b367-05b5-4c0a-a0b2-cf2cfff0cc7b" providerId="AD" clId="Web-{7D441B32-4802-073E-21D9-88A8D5D25480}" dt="2025-12-24T09:18:56.772" v="644"/>
          <ac:spMkLst>
            <pc:docMk/>
            <pc:sldMk cId="1619401674" sldId="261"/>
            <ac:spMk id="3" creationId="{E3FA2DCF-FAF9-DA93-65DC-F9C41D129BB6}"/>
          </ac:spMkLst>
        </pc:spChg>
        <pc:spChg chg="add mod">
          <ac:chgData name="Burak Aksu" userId="S::m.aksu@marun.edu.tr::9184b367-05b5-4c0a-a0b2-cf2cfff0cc7b" providerId="AD" clId="Web-{7D441B32-4802-073E-21D9-88A8D5D25480}" dt="2025-12-24T09:27:58.237" v="884" actId="20577"/>
          <ac:spMkLst>
            <pc:docMk/>
            <pc:sldMk cId="1619401674" sldId="261"/>
            <ac:spMk id="6" creationId="{E86C065D-0A22-4854-92BC-5DDD18496080}"/>
          </ac:spMkLst>
        </pc:spChg>
        <pc:picChg chg="add del mod ord">
          <ac:chgData name="Burak Aksu" userId="S::m.aksu@marun.edu.tr::9184b367-05b5-4c0a-a0b2-cf2cfff0cc7b" providerId="AD" clId="Web-{7D441B32-4802-073E-21D9-88A8D5D25480}" dt="2025-12-24T09:19:29.351" v="651"/>
          <ac:picMkLst>
            <pc:docMk/>
            <pc:sldMk cId="1619401674" sldId="261"/>
            <ac:picMk id="4" creationId="{76A19F06-4207-A123-9A21-4DD3D964CB9A}"/>
          </ac:picMkLst>
        </pc:picChg>
      </pc:sldChg>
      <pc:sldChg chg="delSp modSp new">
        <pc:chgData name="Burak Aksu" userId="S::m.aksu@marun.edu.tr::9184b367-05b5-4c0a-a0b2-cf2cfff0cc7b" providerId="AD" clId="Web-{7D441B32-4802-073E-21D9-88A8D5D25480}" dt="2025-12-24T09:40:06.931" v="1243" actId="20577"/>
        <pc:sldMkLst>
          <pc:docMk/>
          <pc:sldMk cId="2268853809" sldId="262"/>
        </pc:sldMkLst>
        <pc:spChg chg="del">
          <ac:chgData name="Burak Aksu" userId="S::m.aksu@marun.edu.tr::9184b367-05b5-4c0a-a0b2-cf2cfff0cc7b" providerId="AD" clId="Web-{7D441B32-4802-073E-21D9-88A8D5D25480}" dt="2025-12-24T09:26:39.188" v="877"/>
          <ac:spMkLst>
            <pc:docMk/>
            <pc:sldMk cId="2268853809" sldId="262"/>
            <ac:spMk id="2" creationId="{8AC73449-7F5F-B700-4B10-4006419F74BA}"/>
          </ac:spMkLst>
        </pc:spChg>
        <pc:spChg chg="mod">
          <ac:chgData name="Burak Aksu" userId="S::m.aksu@marun.edu.tr::9184b367-05b5-4c0a-a0b2-cf2cfff0cc7b" providerId="AD" clId="Web-{7D441B32-4802-073E-21D9-88A8D5D25480}" dt="2025-12-24T09:40:06.931" v="1243" actId="20577"/>
          <ac:spMkLst>
            <pc:docMk/>
            <pc:sldMk cId="2268853809" sldId="262"/>
            <ac:spMk id="3" creationId="{ED7BE4BD-9562-FC44-01A5-22844996C3FB}"/>
          </ac:spMkLst>
        </pc:spChg>
      </pc:sldChg>
      <pc:sldChg chg="modSp new">
        <pc:chgData name="Burak Aksu" userId="S::m.aksu@marun.edu.tr::9184b367-05b5-4c0a-a0b2-cf2cfff0cc7b" providerId="AD" clId="Web-{7D441B32-4802-073E-21D9-88A8D5D25480}" dt="2025-12-24T10:18:13.715" v="2946" actId="20577"/>
        <pc:sldMkLst>
          <pc:docMk/>
          <pc:sldMk cId="2806425249" sldId="263"/>
        </pc:sldMkLst>
        <pc:spChg chg="mod">
          <ac:chgData name="Burak Aksu" userId="S::m.aksu@marun.edu.tr::9184b367-05b5-4c0a-a0b2-cf2cfff0cc7b" providerId="AD" clId="Web-{7D441B32-4802-073E-21D9-88A8D5D25480}" dt="2025-12-24T09:52:09.685" v="1279" actId="20577"/>
          <ac:spMkLst>
            <pc:docMk/>
            <pc:sldMk cId="2806425249" sldId="263"/>
            <ac:spMk id="2" creationId="{A6DB7F9A-A261-16EE-117E-F589C19AC44D}"/>
          </ac:spMkLst>
        </pc:spChg>
        <pc:spChg chg="mod">
          <ac:chgData name="Burak Aksu" userId="S::m.aksu@marun.edu.tr::9184b367-05b5-4c0a-a0b2-cf2cfff0cc7b" providerId="AD" clId="Web-{7D441B32-4802-073E-21D9-88A8D5D25480}" dt="2025-12-24T10:18:13.715" v="2946" actId="20577"/>
          <ac:spMkLst>
            <pc:docMk/>
            <pc:sldMk cId="2806425249" sldId="263"/>
            <ac:spMk id="3" creationId="{D2113D8E-F1BF-63B9-2A86-4782B8539877}"/>
          </ac:spMkLst>
        </pc:spChg>
      </pc:sldChg>
      <pc:sldChg chg="delSp modSp new">
        <pc:chgData name="Burak Aksu" userId="S::m.aksu@marun.edu.tr::9184b367-05b5-4c0a-a0b2-cf2cfff0cc7b" providerId="AD" clId="Web-{7D441B32-4802-073E-21D9-88A8D5D25480}" dt="2025-12-24T10:17:18.307" v="2929" actId="20577"/>
        <pc:sldMkLst>
          <pc:docMk/>
          <pc:sldMk cId="2376456613" sldId="264"/>
        </pc:sldMkLst>
        <pc:spChg chg="del">
          <ac:chgData name="Burak Aksu" userId="S::m.aksu@marun.edu.tr::9184b367-05b5-4c0a-a0b2-cf2cfff0cc7b" providerId="AD" clId="Web-{7D441B32-4802-073E-21D9-88A8D5D25480}" dt="2025-12-24T10:04:25.435" v="1988"/>
          <ac:spMkLst>
            <pc:docMk/>
            <pc:sldMk cId="2376456613" sldId="264"/>
            <ac:spMk id="2" creationId="{BE6975E2-72BB-5A02-0204-530EB0F23605}"/>
          </ac:spMkLst>
        </pc:spChg>
        <pc:spChg chg="mod">
          <ac:chgData name="Burak Aksu" userId="S::m.aksu@marun.edu.tr::9184b367-05b5-4c0a-a0b2-cf2cfff0cc7b" providerId="AD" clId="Web-{7D441B32-4802-073E-21D9-88A8D5D25480}" dt="2025-12-24T10:17:18.307" v="2929" actId="20577"/>
          <ac:spMkLst>
            <pc:docMk/>
            <pc:sldMk cId="2376456613" sldId="264"/>
            <ac:spMk id="3" creationId="{8700AEF7-1373-480C-16E0-CA8238C303B2}"/>
          </ac:spMkLst>
        </pc:spChg>
      </pc:sldChg>
      <pc:sldChg chg="modSp new">
        <pc:chgData name="Burak Aksu" userId="S::m.aksu@marun.edu.tr::9184b367-05b5-4c0a-a0b2-cf2cfff0cc7b" providerId="AD" clId="Web-{7D441B32-4802-073E-21D9-88A8D5D25480}" dt="2025-12-24T10:18:39.810" v="2951" actId="20577"/>
        <pc:sldMkLst>
          <pc:docMk/>
          <pc:sldMk cId="1201898109" sldId="265"/>
        </pc:sldMkLst>
        <pc:spChg chg="mod">
          <ac:chgData name="Burak Aksu" userId="S::m.aksu@marun.edu.tr::9184b367-05b5-4c0a-a0b2-cf2cfff0cc7b" providerId="AD" clId="Web-{7D441B32-4802-073E-21D9-88A8D5D25480}" dt="2025-12-24T10:09:45.112" v="2244" actId="20577"/>
          <ac:spMkLst>
            <pc:docMk/>
            <pc:sldMk cId="1201898109" sldId="265"/>
            <ac:spMk id="2" creationId="{5DEAAD88-B190-7C91-039E-43A4AC94B901}"/>
          </ac:spMkLst>
        </pc:spChg>
        <pc:spChg chg="mod">
          <ac:chgData name="Burak Aksu" userId="S::m.aksu@marun.edu.tr::9184b367-05b5-4c0a-a0b2-cf2cfff0cc7b" providerId="AD" clId="Web-{7D441B32-4802-073E-21D9-88A8D5D25480}" dt="2025-12-24T10:18:39.810" v="2951" actId="20577"/>
          <ac:spMkLst>
            <pc:docMk/>
            <pc:sldMk cId="1201898109" sldId="265"/>
            <ac:spMk id="3" creationId="{7CAB6738-8740-022E-9BBF-4DFB419A2F26}"/>
          </ac:spMkLst>
        </pc:spChg>
      </pc:sldChg>
      <pc:sldChg chg="modSp new">
        <pc:chgData name="Burak Aksu" userId="S::m.aksu@marun.edu.tr::9184b367-05b5-4c0a-a0b2-cf2cfff0cc7b" providerId="AD" clId="Web-{7D441B32-4802-073E-21D9-88A8D5D25480}" dt="2025-12-24T10:25:43.474" v="3253" actId="20577"/>
        <pc:sldMkLst>
          <pc:docMk/>
          <pc:sldMk cId="650187457" sldId="266"/>
        </pc:sldMkLst>
        <pc:spChg chg="mod">
          <ac:chgData name="Burak Aksu" userId="S::m.aksu@marun.edu.tr::9184b367-05b5-4c0a-a0b2-cf2cfff0cc7b" providerId="AD" clId="Web-{7D441B32-4802-073E-21D9-88A8D5D25480}" dt="2025-12-24T10:20:54.641" v="2957" actId="20577"/>
          <ac:spMkLst>
            <pc:docMk/>
            <pc:sldMk cId="650187457" sldId="266"/>
            <ac:spMk id="2" creationId="{6D9E4868-8514-41D6-2D4B-A39EB580B9B8}"/>
          </ac:spMkLst>
        </pc:spChg>
        <pc:spChg chg="mod">
          <ac:chgData name="Burak Aksu" userId="S::m.aksu@marun.edu.tr::9184b367-05b5-4c0a-a0b2-cf2cfff0cc7b" providerId="AD" clId="Web-{7D441B32-4802-073E-21D9-88A8D5D25480}" dt="2025-12-24T10:25:43.474" v="3253" actId="20577"/>
          <ac:spMkLst>
            <pc:docMk/>
            <pc:sldMk cId="650187457" sldId="266"/>
            <ac:spMk id="3" creationId="{7CEF8BFA-8A84-FB77-CE4C-953A9D10C8DE}"/>
          </ac:spMkLst>
        </pc:spChg>
      </pc:sldChg>
      <pc:sldChg chg="delSp new del">
        <pc:chgData name="Burak Aksu" userId="S::m.aksu@marun.edu.tr::9184b367-05b5-4c0a-a0b2-cf2cfff0cc7b" providerId="AD" clId="Web-{7D441B32-4802-073E-21D9-88A8D5D25480}" dt="2025-12-24T10:23:45.629" v="2967"/>
        <pc:sldMkLst>
          <pc:docMk/>
          <pc:sldMk cId="3665067899" sldId="267"/>
        </pc:sldMkLst>
        <pc:spChg chg="del">
          <ac:chgData name="Burak Aksu" userId="S::m.aksu@marun.edu.tr::9184b367-05b5-4c0a-a0b2-cf2cfff0cc7b" providerId="AD" clId="Web-{7D441B32-4802-073E-21D9-88A8D5D25480}" dt="2025-12-24T10:21:08.063" v="2966"/>
          <ac:spMkLst>
            <pc:docMk/>
            <pc:sldMk cId="3665067899" sldId="267"/>
            <ac:spMk id="2" creationId="{115DCBD7-F55A-3960-B7B6-4D6D1DFFA980}"/>
          </ac:spMkLst>
        </pc:spChg>
        <pc:spChg chg="del">
          <ac:chgData name="Burak Aksu" userId="S::m.aksu@marun.edu.tr::9184b367-05b5-4c0a-a0b2-cf2cfff0cc7b" providerId="AD" clId="Web-{7D441B32-4802-073E-21D9-88A8D5D25480}" dt="2025-12-24T10:21:08.063" v="2965"/>
          <ac:spMkLst>
            <pc:docMk/>
            <pc:sldMk cId="3665067899" sldId="267"/>
            <ac:spMk id="3" creationId="{2BB0E89F-844A-0CE9-FB24-1226D5A1F932}"/>
          </ac:spMkLst>
        </pc:spChg>
      </pc:sldChg>
      <pc:sldMasterChg chg="del delSldLayout">
        <pc:chgData name="Burak Aksu" userId="S::m.aksu@marun.edu.tr::9184b367-05b5-4c0a-a0b2-cf2cfff0cc7b" providerId="AD" clId="Web-{7D441B32-4802-073E-21D9-88A8D5D25480}" dt="2025-12-24T08:08:02.984" v="0"/>
        <pc:sldMasterMkLst>
          <pc:docMk/>
          <pc:sldMasterMk cId="3712468873" sldId="2147483648"/>
        </pc:sldMasterMkLst>
        <pc:sldLayoutChg chg="del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712468873" sldId="2147483648"/>
            <pc:sldLayoutMk cId="3440994769" sldId="2147483649"/>
          </pc:sldLayoutMkLst>
        </pc:sldLayoutChg>
        <pc:sldLayoutChg chg="del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712468873" sldId="2147483648"/>
            <pc:sldLayoutMk cId="3944319586" sldId="2147483650"/>
          </pc:sldLayoutMkLst>
        </pc:sldLayoutChg>
        <pc:sldLayoutChg chg="del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712468873" sldId="2147483648"/>
            <pc:sldLayoutMk cId="1196833356" sldId="2147483651"/>
          </pc:sldLayoutMkLst>
        </pc:sldLayoutChg>
        <pc:sldLayoutChg chg="del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712468873" sldId="2147483648"/>
            <pc:sldLayoutMk cId="3652797130" sldId="2147483652"/>
          </pc:sldLayoutMkLst>
        </pc:sldLayoutChg>
        <pc:sldLayoutChg chg="del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712468873" sldId="2147483648"/>
            <pc:sldLayoutMk cId="846744319" sldId="2147483653"/>
          </pc:sldLayoutMkLst>
        </pc:sldLayoutChg>
        <pc:sldLayoutChg chg="del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712468873" sldId="2147483648"/>
            <pc:sldLayoutMk cId="2861482750" sldId="2147483654"/>
          </pc:sldLayoutMkLst>
        </pc:sldLayoutChg>
        <pc:sldLayoutChg chg="del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712468873" sldId="2147483648"/>
            <pc:sldLayoutMk cId="4199817435" sldId="2147483655"/>
          </pc:sldLayoutMkLst>
        </pc:sldLayoutChg>
        <pc:sldLayoutChg chg="del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712468873" sldId="2147483648"/>
            <pc:sldLayoutMk cId="2700913065" sldId="2147483656"/>
          </pc:sldLayoutMkLst>
        </pc:sldLayoutChg>
        <pc:sldLayoutChg chg="del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712468873" sldId="2147483648"/>
            <pc:sldLayoutMk cId="818175020" sldId="2147483657"/>
          </pc:sldLayoutMkLst>
        </pc:sldLayoutChg>
        <pc:sldLayoutChg chg="del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712468873" sldId="2147483648"/>
            <pc:sldLayoutMk cId="847874827" sldId="2147483658"/>
          </pc:sldLayoutMkLst>
        </pc:sldLayoutChg>
        <pc:sldLayoutChg chg="del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712468873" sldId="2147483648"/>
            <pc:sldLayoutMk cId="804856651" sldId="2147483659"/>
          </pc:sldLayoutMkLst>
        </pc:sldLayoutChg>
      </pc:sldMasterChg>
      <pc:sldMasterChg chg="add addSldLayout">
        <pc:chgData name="Burak Aksu" userId="S::m.aksu@marun.edu.tr::9184b367-05b5-4c0a-a0b2-cf2cfff0cc7b" providerId="AD" clId="Web-{7D441B32-4802-073E-21D9-88A8D5D25480}" dt="2025-12-24T08:08:02.984" v="0"/>
        <pc:sldMasterMkLst>
          <pc:docMk/>
          <pc:sldMasterMk cId="3292035092" sldId="2147483673"/>
        </pc:sldMasterMkLst>
        <pc:sldLayoutChg chg="add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292035092" sldId="2147483673"/>
            <pc:sldLayoutMk cId="1187870084" sldId="2147483662"/>
          </pc:sldLayoutMkLst>
        </pc:sldLayoutChg>
        <pc:sldLayoutChg chg="add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292035092" sldId="2147483673"/>
            <pc:sldLayoutMk cId="1543541750" sldId="2147483663"/>
          </pc:sldLayoutMkLst>
        </pc:sldLayoutChg>
        <pc:sldLayoutChg chg="add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292035092" sldId="2147483673"/>
            <pc:sldLayoutMk cId="3920266306" sldId="2147483664"/>
          </pc:sldLayoutMkLst>
        </pc:sldLayoutChg>
        <pc:sldLayoutChg chg="add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292035092" sldId="2147483673"/>
            <pc:sldLayoutMk cId="4200996303" sldId="2147483665"/>
          </pc:sldLayoutMkLst>
        </pc:sldLayoutChg>
        <pc:sldLayoutChg chg="add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292035092" sldId="2147483673"/>
            <pc:sldLayoutMk cId="3694607455" sldId="2147483666"/>
          </pc:sldLayoutMkLst>
        </pc:sldLayoutChg>
        <pc:sldLayoutChg chg="add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292035092" sldId="2147483673"/>
            <pc:sldLayoutMk cId="3490164677" sldId="2147483667"/>
          </pc:sldLayoutMkLst>
        </pc:sldLayoutChg>
        <pc:sldLayoutChg chg="add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292035092" sldId="2147483673"/>
            <pc:sldLayoutMk cId="2750151025" sldId="2147483668"/>
          </pc:sldLayoutMkLst>
        </pc:sldLayoutChg>
        <pc:sldLayoutChg chg="add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292035092" sldId="2147483673"/>
            <pc:sldLayoutMk cId="2538832342" sldId="2147483669"/>
          </pc:sldLayoutMkLst>
        </pc:sldLayoutChg>
        <pc:sldLayoutChg chg="add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292035092" sldId="2147483673"/>
            <pc:sldLayoutMk cId="187348674" sldId="2147483670"/>
          </pc:sldLayoutMkLst>
        </pc:sldLayoutChg>
        <pc:sldLayoutChg chg="add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292035092" sldId="2147483673"/>
            <pc:sldLayoutMk cId="1565084653" sldId="2147483671"/>
          </pc:sldLayoutMkLst>
        </pc:sldLayoutChg>
        <pc:sldLayoutChg chg="add">
          <pc:chgData name="Burak Aksu" userId="S::m.aksu@marun.edu.tr::9184b367-05b5-4c0a-a0b2-cf2cfff0cc7b" providerId="AD" clId="Web-{7D441B32-4802-073E-21D9-88A8D5D25480}" dt="2025-12-24T08:08:02.984" v="0"/>
          <pc:sldLayoutMkLst>
            <pc:docMk/>
            <pc:sldMasterMk cId="3292035092" sldId="2147483673"/>
            <pc:sldLayoutMk cId="3536169396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51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32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8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16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07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7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41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66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96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64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03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DBC09E-10FE-C48A-8AE5-2DE3D7D70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3290123"/>
          </a:xfrm>
        </p:spPr>
        <p:txBody>
          <a:bodyPr anchor="t">
            <a:normAutofit/>
          </a:bodyPr>
          <a:lstStyle/>
          <a:p>
            <a:r>
              <a:rPr lang="tr-TR" sz="6600" dirty="0">
                <a:latin typeface="Consolas"/>
                <a:ea typeface="MS Mincho"/>
              </a:rPr>
              <a:t>Çocukların</a:t>
            </a:r>
            <a:br>
              <a:rPr lang="tr-TR" sz="6600" dirty="0">
                <a:latin typeface="Consolas"/>
              </a:rPr>
            </a:br>
            <a:r>
              <a:rPr lang="tr-TR" sz="6600" dirty="0">
                <a:latin typeface="Consolas"/>
                <a:ea typeface="MS Mincho"/>
              </a:rPr>
              <a:t>Sosyal Medya</a:t>
            </a:r>
            <a:br>
              <a:rPr lang="tr-TR" sz="6600" dirty="0">
                <a:latin typeface="Consolas"/>
              </a:rPr>
            </a:br>
            <a:r>
              <a:rPr lang="tr-TR" sz="6600" dirty="0">
                <a:latin typeface="Consolas"/>
                <a:ea typeface="MS Mincho"/>
              </a:rPr>
              <a:t>Güvenliği</a:t>
            </a:r>
            <a:endParaRPr lang="en-US" dirty="0">
              <a:latin typeface="Consolas"/>
              <a:ea typeface="MS Mincho"/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517870" y="4854298"/>
            <a:ext cx="6141545" cy="1352181"/>
          </a:xfrm>
        </p:spPr>
        <p:txBody>
          <a:bodyPr anchor="t">
            <a:normAutofit/>
          </a:bodyPr>
          <a:lstStyle/>
          <a:p>
            <a:r>
              <a:rPr lang="tr-TR" dirty="0"/>
              <a:t>Muhammed Burak Aksu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EBD83C-D653-7B6E-791C-91DC49F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B09CB6-CBCC-A221-E35E-4FA215926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696" y="4617503"/>
            <a:ext cx="6071583" cy="45719"/>
          </a:xfrm>
          <a:custGeom>
            <a:avLst/>
            <a:gdLst>
              <a:gd name="connsiteX0" fmla="*/ 0 w 6071583"/>
              <a:gd name="connsiteY0" fmla="*/ 0 h 45719"/>
              <a:gd name="connsiteX1" fmla="*/ 3434358 w 6071583"/>
              <a:gd name="connsiteY1" fmla="*/ 0 h 45719"/>
              <a:gd name="connsiteX2" fmla="*/ 4667593 w 6071583"/>
              <a:gd name="connsiteY2" fmla="*/ 0 h 45719"/>
              <a:gd name="connsiteX3" fmla="*/ 6071583 w 6071583"/>
              <a:gd name="connsiteY3" fmla="*/ 0 h 45719"/>
              <a:gd name="connsiteX4" fmla="*/ 6071583 w 6071583"/>
              <a:gd name="connsiteY4" fmla="*/ 45719 h 45719"/>
              <a:gd name="connsiteX5" fmla="*/ 4667593 w 6071583"/>
              <a:gd name="connsiteY5" fmla="*/ 45719 h 45719"/>
              <a:gd name="connsiteX6" fmla="*/ 3434358 w 6071583"/>
              <a:gd name="connsiteY6" fmla="*/ 45719 h 45719"/>
              <a:gd name="connsiteX7" fmla="*/ 0 w 6071583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1583" h="45719">
                <a:moveTo>
                  <a:pt x="0" y="0"/>
                </a:moveTo>
                <a:lnTo>
                  <a:pt x="3434358" y="0"/>
                </a:lnTo>
                <a:lnTo>
                  <a:pt x="4667593" y="0"/>
                </a:lnTo>
                <a:lnTo>
                  <a:pt x="6071583" y="0"/>
                </a:lnTo>
                <a:lnTo>
                  <a:pt x="6071583" y="45719"/>
                </a:lnTo>
                <a:lnTo>
                  <a:pt x="4667593" y="45719"/>
                </a:lnTo>
                <a:lnTo>
                  <a:pt x="3434358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BD68-9616-8519-A9D4-43D59B3C4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Consolas"/>
              </a:rPr>
              <a:t>Başlıklar</a:t>
            </a:r>
            <a:endParaRPr lang="en-US">
              <a:latin typeface="Consola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DBAFA-EBD4-568F-30B7-C535FE376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>
                <a:latin typeface="Quire Sans"/>
                <a:cs typeface="Quire Sans"/>
              </a:rPr>
              <a:t>Kısa</a:t>
            </a:r>
            <a:r>
              <a:rPr lang="en-US" sz="2000" dirty="0">
                <a:latin typeface="Quire Sans"/>
                <a:cs typeface="Quire Sans"/>
              </a:rPr>
              <a:t> </a:t>
            </a:r>
            <a:r>
              <a:rPr lang="en-US" sz="2000" err="1">
                <a:latin typeface="Quire Sans"/>
                <a:cs typeface="Quire Sans"/>
              </a:rPr>
              <a:t>konu</a:t>
            </a:r>
            <a:r>
              <a:rPr lang="en-US" sz="2000" dirty="0">
                <a:latin typeface="Quire Sans"/>
                <a:cs typeface="Quire Sans"/>
              </a:rPr>
              <a:t> </a:t>
            </a:r>
            <a:r>
              <a:rPr lang="en-US" sz="2000" err="1">
                <a:latin typeface="Quire Sans"/>
                <a:cs typeface="Quire Sans"/>
              </a:rPr>
              <a:t>özeti</a:t>
            </a:r>
            <a:endParaRPr lang="en-US" sz="2000">
              <a:latin typeface="Quire Sans"/>
              <a:cs typeface="Quire Sans"/>
            </a:endParaRPr>
          </a:p>
          <a:p>
            <a:r>
              <a:rPr lang="en-US" sz="2000" dirty="0" err="1">
                <a:latin typeface="Quire Sans"/>
                <a:cs typeface="Quire Sans"/>
              </a:rPr>
              <a:t>Ebeveyn</a:t>
            </a:r>
            <a:r>
              <a:rPr lang="en-US" sz="2000" dirty="0">
                <a:latin typeface="Quire Sans"/>
                <a:cs typeface="Quire Sans"/>
              </a:rPr>
              <a:t> </a:t>
            </a:r>
            <a:r>
              <a:rPr lang="en-US" sz="2000" dirty="0" err="1">
                <a:latin typeface="Quire Sans"/>
                <a:cs typeface="Quire Sans"/>
              </a:rPr>
              <a:t>Etkisi</a:t>
            </a:r>
            <a:endParaRPr lang="en-US" sz="2000" dirty="0">
              <a:latin typeface="Quire Sans"/>
              <a:cs typeface="Quire Sans"/>
            </a:endParaRPr>
          </a:p>
          <a:p>
            <a:r>
              <a:rPr lang="en-US" sz="2000" dirty="0" err="1">
                <a:latin typeface="Quire Sans"/>
                <a:cs typeface="Quire Sans"/>
              </a:rPr>
              <a:t>Youtube</a:t>
            </a:r>
            <a:r>
              <a:rPr lang="en-US" sz="2000" dirty="0">
                <a:latin typeface="Quire Sans"/>
                <a:cs typeface="Quire Sans"/>
              </a:rPr>
              <a:t> </a:t>
            </a:r>
            <a:r>
              <a:rPr lang="en-US" sz="2000" dirty="0" err="1">
                <a:latin typeface="Quire Sans"/>
                <a:cs typeface="Quire Sans"/>
              </a:rPr>
              <a:t>Videolarında</a:t>
            </a:r>
            <a:r>
              <a:rPr lang="en-US" sz="2000" dirty="0">
                <a:latin typeface="Quire Sans"/>
                <a:cs typeface="Quire Sans"/>
              </a:rPr>
              <a:t> </a:t>
            </a:r>
            <a:r>
              <a:rPr lang="en-US" sz="2000" dirty="0" err="1">
                <a:latin typeface="Quire Sans"/>
                <a:cs typeface="Quire Sans"/>
              </a:rPr>
              <a:t>Çocukların</a:t>
            </a:r>
            <a:r>
              <a:rPr lang="en-US" sz="2000" dirty="0">
                <a:latin typeface="Quire Sans"/>
                <a:cs typeface="Quire Sans"/>
              </a:rPr>
              <a:t> </a:t>
            </a:r>
            <a:r>
              <a:rPr lang="en-US" sz="2000" dirty="0" err="1">
                <a:latin typeface="Quire Sans"/>
                <a:cs typeface="Quire Sans"/>
              </a:rPr>
              <a:t>Kullanılması</a:t>
            </a:r>
          </a:p>
          <a:p>
            <a:r>
              <a:rPr lang="en-US" sz="2000" err="1">
                <a:latin typeface="Quire Sans"/>
                <a:cs typeface="Quire Sans"/>
              </a:rPr>
              <a:t>Elsagate</a:t>
            </a:r>
            <a:r>
              <a:rPr lang="en-US" sz="2000" dirty="0">
                <a:latin typeface="Quire Sans"/>
                <a:cs typeface="Quire Sans"/>
              </a:rPr>
              <a:t> </a:t>
            </a:r>
            <a:r>
              <a:rPr lang="en-US" sz="2000" err="1">
                <a:latin typeface="Quire Sans"/>
                <a:cs typeface="Quire Sans"/>
              </a:rPr>
              <a:t>fenomeni</a:t>
            </a:r>
            <a:endParaRPr lang="en-US" sz="2000">
              <a:latin typeface="Quire Sans"/>
              <a:cs typeface="Quire Sans"/>
            </a:endParaRPr>
          </a:p>
          <a:p>
            <a:r>
              <a:rPr lang="en-US" sz="2000" err="1">
                <a:latin typeface="Quire Sans"/>
                <a:cs typeface="Quire Sans"/>
              </a:rPr>
              <a:t>Sonuç</a:t>
            </a:r>
            <a:endParaRPr lang="en-US" sz="2000">
              <a:latin typeface="Quire Sans"/>
              <a:cs typeface="Quire Sans"/>
            </a:endParaRPr>
          </a:p>
          <a:p>
            <a:r>
              <a:rPr lang="en-US" sz="2000" err="1">
                <a:latin typeface="Quire Sans"/>
                <a:cs typeface="Quire Sans"/>
              </a:rPr>
              <a:t>Kaynakça</a:t>
            </a:r>
            <a:endParaRPr lang="en-US" sz="2000">
              <a:latin typeface="Quire Sans"/>
              <a:cs typeface="Quir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636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EFE8-8AA4-AAEC-4DD1-EFB5D291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Konu</a:t>
            </a:r>
            <a:r>
              <a:rPr lang="en-US" dirty="0"/>
              <a:t> </a:t>
            </a:r>
            <a:r>
              <a:rPr lang="en-US" dirty="0" err="1"/>
              <a:t>Özeti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DF431-08C1-FA39-BF91-D13C8DB40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Microsoft GothicNeo"/>
                <a:ea typeface="Microsoft GothicNeo"/>
                <a:cs typeface="Quire Sans"/>
              </a:rPr>
              <a:t>Bu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araştırma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projesinin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konusu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,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sosyal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medya'nın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kontrolsüz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kullanımının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sosyal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medyadaki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içeriklerin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çocuklara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verebileceği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zararlar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bu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zararların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en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aza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indirilmesi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için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yapılması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gerekenler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üzerine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kuruludur</a:t>
            </a:r>
            <a:endParaRPr lang="en-US" sz="2000">
              <a:latin typeface="Microsoft GothicNeo"/>
              <a:ea typeface="Microsoft GothicNeo"/>
              <a:cs typeface="Quire Sans"/>
            </a:endParaRPr>
          </a:p>
          <a:p>
            <a:r>
              <a:rPr lang="en-US" sz="2000" dirty="0">
                <a:latin typeface="Microsoft GothicNeo"/>
                <a:ea typeface="Microsoft GothicNeo"/>
                <a:cs typeface="Quire Sans"/>
              </a:rPr>
              <a:t>Kaynak </a:t>
            </a:r>
            <a:r>
              <a:rPr lang="en-US" sz="2000" dirty="0" err="1">
                <a:latin typeface="Microsoft GothicNeo"/>
                <a:ea typeface="Microsoft GothicNeo"/>
                <a:cs typeface="Quire Sans"/>
              </a:rPr>
              <a:t>olarak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Google Scholar,  </a:t>
            </a:r>
            <a:r>
              <a:rPr lang="en-US" sz="2000" dirty="0" err="1">
                <a:latin typeface="Microsoft GothicNeo"/>
                <a:ea typeface="Microsoft GothicNeo"/>
                <a:cs typeface="Quire Sans"/>
              </a:rPr>
              <a:t>Arxiv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Quire Sans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Research Gate </a:t>
            </a:r>
            <a:r>
              <a:rPr lang="en-US" sz="2000" dirty="0" err="1">
                <a:latin typeface="Microsoft GothicNeo"/>
                <a:ea typeface="Microsoft GothicNeo"/>
                <a:cs typeface="Quire Sans"/>
              </a:rPr>
              <a:t>kullanılmıştır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1052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B64A-91B9-5FEC-7965-1EF7E150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 err="1"/>
              <a:t>Ebeveyn</a:t>
            </a:r>
            <a:r>
              <a:rPr lang="en-US" dirty="0"/>
              <a:t> </a:t>
            </a:r>
            <a:r>
              <a:rPr lang="en-US" dirty="0" err="1"/>
              <a:t>Etkisi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F5036-F760-CB28-AFB3-0D2D2B00C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>
                <a:latin typeface="Microsoft GothicNeo"/>
                <a:ea typeface="Microsoft GothicNeo"/>
                <a:cs typeface="Quire Sans"/>
              </a:rPr>
              <a:t>Belçika’da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9–15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yaş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arası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1.078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çocukla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yapılan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nicel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araştırmada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,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çocukların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%68’inin son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altı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ayda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şiddet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,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nefret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söylemi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ya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cinsellik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temalı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içeriklerle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karşılaştığı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bulunmuştur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.</a:t>
            </a:r>
          </a:p>
          <a:p>
            <a:r>
              <a:rPr lang="en-US" sz="2000" err="1">
                <a:latin typeface="Microsoft GothicNeo"/>
                <a:ea typeface="Microsoft GothicNeo"/>
                <a:cs typeface="Quire Sans"/>
              </a:rPr>
              <a:t>Ebeveynleriye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aktif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iletişim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kuran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çocuklarda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bu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oran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%39'a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düşerken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ebeveyn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müdahalesi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zayıf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olanlarda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%79'u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bulmuştur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. </a:t>
            </a:r>
            <a:r>
              <a:rPr lang="en-US" sz="2000" b="1" dirty="0">
                <a:latin typeface="Microsoft GothicNeo"/>
                <a:ea typeface="Microsoft GothicNeo"/>
                <a:cs typeface="Quire Sans"/>
              </a:rPr>
              <a:t>[1]</a:t>
            </a:r>
          </a:p>
          <a:p>
            <a:r>
              <a:rPr lang="en-US" sz="2000" dirty="0">
                <a:latin typeface="Microsoft GothicNeo"/>
                <a:ea typeface="Microsoft GothicNeo"/>
                <a:cs typeface="Quire Sans"/>
              </a:rPr>
              <a:t>11-17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yaş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aralığında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1.200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çocukla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yapılan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başka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bir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araştırmada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katılımcıların</a:t>
            </a:r>
            <a:r>
              <a:rPr lang="en-US" sz="2000" dirty="0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 %47’si son </a:t>
            </a:r>
            <a:r>
              <a:rPr lang="en-US" sz="2000" err="1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üç</a:t>
            </a:r>
            <a:r>
              <a:rPr lang="en-US" sz="2000" dirty="0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 ay </a:t>
            </a:r>
            <a:r>
              <a:rPr lang="en-US" sz="2000" err="1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içinde</a:t>
            </a:r>
            <a:r>
              <a:rPr lang="en-US" sz="2000" dirty="0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uygunsuz</a:t>
            </a:r>
            <a:r>
              <a:rPr lang="en-US" sz="2000" dirty="0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veya</a:t>
            </a:r>
            <a:r>
              <a:rPr lang="en-US" sz="2000" dirty="0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rahatsız</a:t>
            </a:r>
            <a:r>
              <a:rPr lang="en-US" sz="2000" dirty="0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edici</a:t>
            </a:r>
            <a:r>
              <a:rPr lang="en-US" sz="2000" dirty="0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içeriklerle</a:t>
            </a:r>
            <a:r>
              <a:rPr lang="en-US" sz="2000" dirty="0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karşılaştığını</a:t>
            </a:r>
            <a:r>
              <a:rPr lang="en-US" sz="2000" dirty="0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belirtmiştir</a:t>
            </a:r>
            <a:r>
              <a:rPr lang="en-US" sz="2000" dirty="0">
                <a:solidFill>
                  <a:srgbClr val="000000"/>
                </a:solidFill>
                <a:latin typeface="Microsoft GothicNeo"/>
                <a:ea typeface="Microsoft GothicNeo"/>
                <a:cs typeface="Quire Sans"/>
              </a:rPr>
              <a:t>.</a:t>
            </a:r>
          </a:p>
          <a:p>
            <a:r>
              <a:rPr lang="en-US" sz="2000" err="1">
                <a:latin typeface="Microsoft GothicNeo"/>
                <a:ea typeface="Microsoft GothicNeo"/>
                <a:cs typeface="Quire Sans"/>
              </a:rPr>
              <a:t>Araştırma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,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ebeveyn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kontrolünün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düşük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olduğu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gruplarda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bu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oranın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 %65’e 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kadar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çıktığını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Quire Sans"/>
              </a:rPr>
              <a:t>gösterir</a:t>
            </a:r>
            <a:r>
              <a:rPr lang="en-US" sz="2000" dirty="0">
                <a:latin typeface="Microsoft GothicNeo"/>
                <a:ea typeface="Microsoft GothicNeo"/>
                <a:cs typeface="Quire Sans"/>
              </a:rPr>
              <a:t>. </a:t>
            </a:r>
            <a:r>
              <a:rPr lang="en-US" sz="2000" b="1" dirty="0">
                <a:latin typeface="Microsoft GothicNeo"/>
                <a:ea typeface="Microsoft GothicNeo"/>
                <a:cs typeface="Quire Sans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124617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DD0A-ECB4-46D9-E54F-3E683CDF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Youtube</a:t>
            </a:r>
            <a:r>
              <a:rPr lang="en-US" dirty="0"/>
              <a:t> </a:t>
            </a:r>
            <a:r>
              <a:rPr lang="en-US" dirty="0" err="1"/>
              <a:t>Videolarında</a:t>
            </a:r>
            <a:r>
              <a:rPr lang="en-US" dirty="0"/>
              <a:t> </a:t>
            </a:r>
            <a:r>
              <a:rPr lang="en-US" dirty="0" err="1"/>
              <a:t>Çocukların</a:t>
            </a:r>
            <a:r>
              <a:rPr lang="en-US" dirty="0"/>
              <a:t> </a:t>
            </a:r>
            <a:r>
              <a:rPr lang="en-US" dirty="0" err="1"/>
              <a:t>Kullanılması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6C065D-0A22-4854-92BC-5DDD18496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Yapılan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araştırmalara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göre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erken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çocukluk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döneminde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çocukların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sosyal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medyada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paylaşılması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(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kidfluencing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),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çocuklar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gelir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kaynağı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haline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geldiği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için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çocuk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üzerindeki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baskı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stresi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arttırmaktadır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Çocuklar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bu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tür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yoğun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stresi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yönetebilecek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mekanizmalara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sahip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değildir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 Bu durum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depresyon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anksiyete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kronik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öfke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nöbetlerine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sebebiyet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verebilir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Harvard’ın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Çocuk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Gelişimi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bölümünden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(2022)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bir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makaleye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göre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çocuklukta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uzun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süreli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şiddetli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stresle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mücadele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etmek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;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ileride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zihinsel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gerilik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kalp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hastalığı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diyabet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madde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bağımlılığı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gibi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zihinsel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fiziksel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sonuçlara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yol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açma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potansiyeline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sahiptir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 </a:t>
            </a:r>
            <a:r>
              <a:rPr lang="en-US" sz="2000" b="1" dirty="0">
                <a:latin typeface="Microsoft GothicNeo"/>
                <a:ea typeface="Microsoft GothicNeo"/>
                <a:cs typeface="Microsoft GothicNeo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161940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BE4BD-9562-FC44-01A5-22844996C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989294"/>
            <a:ext cx="11155680" cy="53566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Ebeveynlerin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sürekli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olarak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çocuklarını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paylaşması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mahremiyetine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zarar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vermektedir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Çocuk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sürekli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dışarıya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reklam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edildiği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için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küçük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yaşlarda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kendini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kabul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ettirme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beğendirme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kaygısı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içine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girebilmektedir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Aynı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zamanda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sosyal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medyadaki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anonimlik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kimin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sizi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takip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ettiğini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bilmeyi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imkansız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hale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getirmektedir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çocukların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sosyal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medyada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sorumsuzca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paylaşılmaları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onları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kötü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niyetli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insanların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açık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hedefi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haline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getirmektedir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Sözlü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taciz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siber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zorbalık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hakaret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aşağılama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gibi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durumlara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da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uygun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ortam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sağlar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 </a:t>
            </a:r>
            <a:r>
              <a:rPr lang="en-US" sz="2000" b="1" dirty="0">
                <a:latin typeface="Microsoft GothicNeo"/>
                <a:ea typeface="Microsoft GothicNeo"/>
                <a:cs typeface="Microsoft GothicNeo"/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2268853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7F9A-A261-16EE-117E-F589C19A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Elsagate</a:t>
            </a:r>
            <a:r>
              <a:rPr lang="en-US" dirty="0"/>
              <a:t> </a:t>
            </a:r>
            <a:r>
              <a:rPr lang="en-US" dirty="0" err="1"/>
              <a:t>Fenomeni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13D8E-F1BF-63B9-2A86-4782B8539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07906"/>
            <a:ext cx="11155680" cy="41380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Elsagate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fenomeni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2017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yılında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James Bridle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tarafından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ortaya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atılmış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bir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gazetecilik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ifşasıdır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Youtube'da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kapak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fotoğrafları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başlıkları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içerisinde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animasyon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karakterlerini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bulundurmalarıyla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dışarıdan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videosu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gibi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gözüken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bazı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videoların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işledikleri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temalarla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psikolojisine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zarar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verdikleri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görülmüştür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Bu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videolarda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hamilelik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yaralanma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acı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çeken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karakterler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kaçırılma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tuvalet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pislik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temalı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"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şakalar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",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aldatma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cinsellik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fetiş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çağrışımları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gibi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yetişkin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temaları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karakterleri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üzerinden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işlenmektedir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Canlı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renkler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sürekli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değişen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kareler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müzikler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bilindik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karakterler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sahte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"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eğitim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"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ile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bu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videolar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çocukların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dikkatini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çekerek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rabbit hole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etkisi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yaratmaktadır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 </a:t>
            </a:r>
            <a:r>
              <a:rPr lang="en-US" sz="2000" b="1" dirty="0">
                <a:latin typeface="Microsoft GothicNeo"/>
                <a:ea typeface="Microsoft GothicNeo"/>
                <a:cs typeface="Microsoft GothicNeo"/>
              </a:rPr>
              <a:t>[5]</a:t>
            </a:r>
          </a:p>
        </p:txBody>
      </p:sp>
    </p:spTree>
    <p:extLst>
      <p:ext uri="{BB962C8B-B14F-4D97-AF65-F5344CB8AC3E}">
        <p14:creationId xmlns:p14="http://schemas.microsoft.com/office/powerpoint/2010/main" val="2806425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0AEF7-1373-480C-16E0-CA8238C30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435607"/>
            <a:ext cx="11155680" cy="31686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2019'da COPPA (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Çevrimiçi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Çocuk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Gizliliği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Koruma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Yasası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gereğince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Youtube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Google'a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170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milyon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dolar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para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cezası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err="1">
                <a:latin typeface="Microsoft GothicNeo"/>
                <a:ea typeface="Microsoft GothicNeo"/>
                <a:cs typeface="Microsoft GothicNeo"/>
              </a:rPr>
              <a:t>verildi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Youtube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bunun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üzerine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büyük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temizliğe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gitti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bu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tür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binlerce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kanalı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kapatıp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videoları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kaldırdı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Kullanıcıların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uygunsuz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içerik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olarak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belirlenen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videolardan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para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kazanmasını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engelledi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(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sarı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dolar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).</a:t>
            </a:r>
          </a:p>
          <a:p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Youtube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Youtube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kids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algoritmasını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sıkılaştırdığını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açıkladı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6456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AD88-B190-7C91-039E-43A4AC94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Elsagate</a:t>
            </a:r>
            <a:r>
              <a:rPr lang="en-US" dirty="0"/>
              <a:t> 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B6738-8740-022E-9BBF-4DFB419A2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03694"/>
            <a:ext cx="11155680" cy="45075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2016-2018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arasında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patlayan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elsagate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olaylarından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sonra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yapay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zekanın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yaygınlaşması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ile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video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oluşturmak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basit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ucuz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hale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geldi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2017'deki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elle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yapılmış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animasyonların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yerini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özellikle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2023'ten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sonra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AI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ile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yapılmış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animasyonlar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aldı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"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Brainrot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"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akımıyla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tekrardan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ortaya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çıkan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bu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videolar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Youtube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politikalarının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da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değişmesiyle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10-15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dakikalık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uzun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videolardan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10-20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saniyelik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kısa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"shorts"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videolarına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evrildi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Aşırı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kısa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renkli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müzikli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sıradışı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karakterler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içeren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bu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videolar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beynin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dopamin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dengesini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bozmakta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odak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süresini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düşürmekte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çocuklarda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bağımlılık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huzursuzluğa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sebebiyet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vermektedir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yetişkinler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gibi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mantık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kuramazlar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sürekli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maruz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kaldıkları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şeyleri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normal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zannetmeye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yatkınlardır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898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E4868-8514-41D6-2D4B-A39EB580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SONUÇ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F8BFA-8A84-FB77-CE4C-953A9D10C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62922"/>
            <a:ext cx="11155680" cy="40830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Sosyal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Medya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algoritmaları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çocukları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güvence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altına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almak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için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yeterli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değildir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güncellenmelidir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 </a:t>
            </a:r>
          </a:p>
          <a:p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Ebeveynler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çocuklarının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sosyal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medya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aktivitelerini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gözlemlemeli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onlarla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bu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konuda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iletişim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kurmalıdır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Çocukların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sosyal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medyada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paylaşılması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ile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ilgili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yasal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düzenlemeler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getirilmeli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ve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yaptırımlar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2000" dirty="0" err="1">
                <a:latin typeface="Microsoft GothicNeo"/>
                <a:ea typeface="Microsoft GothicNeo"/>
                <a:cs typeface="Microsoft GothicNeo"/>
              </a:rPr>
              <a:t>uygulanmalıdır</a:t>
            </a:r>
            <a:r>
              <a:rPr lang="en-US" sz="2000" dirty="0">
                <a:latin typeface="Microsoft GothicNeo"/>
                <a:ea typeface="Microsoft GothicNeo"/>
                <a:cs typeface="Microsoft GothicNeo"/>
              </a:rPr>
              <a:t>.</a:t>
            </a:r>
          </a:p>
          <a:p>
            <a:endParaRPr lang="en-US" sz="2000" dirty="0">
              <a:latin typeface="Microsoft GothicNeo"/>
              <a:ea typeface="Microsoft GothicNeo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650187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EAEAB-DFCD-8675-420E-0BC9D918D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Kaynakça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609A8-575A-0DA7-0AE9-B1C6DA9E6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58123"/>
            <a:ext cx="11155680" cy="48994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Bierstadt"/>
              </a:rPr>
              <a:t>[1] E. Youssef, L. De Moor, J. De Marez, and S. </a:t>
            </a:r>
            <a:r>
              <a:rPr lang="en-US" dirty="0" err="1">
                <a:solidFill>
                  <a:srgbClr val="000000"/>
                </a:solidFill>
                <a:latin typeface="Bierstadt"/>
              </a:rPr>
              <a:t>Vandebosch</a:t>
            </a:r>
            <a:r>
              <a:rPr lang="en-US" dirty="0">
                <a:solidFill>
                  <a:srgbClr val="000000"/>
                </a:solidFill>
                <a:latin typeface="Bierstadt"/>
              </a:rPr>
              <a:t>, “Online risks and </a:t>
            </a:r>
            <a:r>
              <a:rPr lang="en-US" dirty="0" err="1">
                <a:solidFill>
                  <a:srgbClr val="000000"/>
                </a:solidFill>
                <a:latin typeface="Bierstadt"/>
              </a:rPr>
              <a:t>parentalmediation</a:t>
            </a:r>
            <a:r>
              <a:rPr lang="en-US" dirty="0">
                <a:solidFill>
                  <a:srgbClr val="000000"/>
                </a:solidFill>
                <a:latin typeface="Bierstadt"/>
              </a:rPr>
              <a:t> in social media usage among children,” Telematics and Informatics Reports, vol.15, 2025.</a:t>
            </a:r>
          </a:p>
          <a:p>
            <a:r>
              <a:rPr lang="en-US" dirty="0"/>
              <a:t>[2] E. </a:t>
            </a:r>
            <a:r>
              <a:rPr lang="en-US" dirty="0" err="1"/>
              <a:t>Bozzola</a:t>
            </a:r>
            <a:r>
              <a:rPr lang="en-US" dirty="0"/>
              <a:t>, M. Spina, S. </a:t>
            </a:r>
            <a:r>
              <a:rPr lang="en-US" dirty="0" err="1"/>
              <a:t>Agostiniani</a:t>
            </a:r>
            <a:r>
              <a:rPr lang="en-US" dirty="0"/>
              <a:t>, G. Barni, and G. Villani, “The use of social media </a:t>
            </a:r>
            <a:r>
              <a:rPr lang="en-US" dirty="0" err="1"/>
              <a:t>inchildren</a:t>
            </a:r>
            <a:r>
              <a:rPr lang="en-US" dirty="0"/>
              <a:t> and adolescents,” Italian Journal of Pediatrics, vol. 48, no. 1, p. 75, 2022.</a:t>
            </a:r>
          </a:p>
          <a:p>
            <a:r>
              <a:rPr lang="en-US" dirty="0">
                <a:ea typeface="+mn-lt"/>
                <a:cs typeface="+mn-lt"/>
              </a:rPr>
              <a:t>[3] A. Lynn, "</a:t>
            </a:r>
            <a:r>
              <a:rPr lang="en-US" dirty="0" err="1">
                <a:ea typeface="+mn-lt"/>
                <a:cs typeface="+mn-lt"/>
              </a:rPr>
              <a:t>Kidfluencing</a:t>
            </a:r>
            <a:r>
              <a:rPr lang="en-US" dirty="0">
                <a:ea typeface="+mn-lt"/>
                <a:cs typeface="+mn-lt"/>
              </a:rPr>
              <a:t>: The Mental Impacts of Posting on Social Media can have on Children and Parents," </a:t>
            </a:r>
            <a:r>
              <a:rPr lang="en-US" i="1" dirty="0">
                <a:ea typeface="+mn-lt"/>
                <a:cs typeface="+mn-lt"/>
              </a:rPr>
              <a:t>Research Archive of Rising Scholars (Preprint)</a:t>
            </a:r>
            <a:r>
              <a:rPr lang="en-US" dirty="0">
                <a:ea typeface="+mn-lt"/>
                <a:cs typeface="+mn-lt"/>
              </a:rPr>
              <a:t>, 2023. [Online]. Available: [Varsa URL </a:t>
            </a:r>
            <a:r>
              <a:rPr lang="en-US" dirty="0" err="1">
                <a:ea typeface="+mn-lt"/>
                <a:cs typeface="+mn-lt"/>
              </a:rPr>
              <a:t>buraya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eklenebilir</a:t>
            </a:r>
            <a:r>
              <a:rPr lang="en-US" dirty="0">
                <a:ea typeface="+mn-lt"/>
                <a:cs typeface="+mn-lt"/>
              </a:rPr>
              <a:t>]. [Accessed: Dec. 24, 2025].</a:t>
            </a:r>
            <a:endParaRPr lang="en-US" dirty="0"/>
          </a:p>
          <a:p>
            <a:r>
              <a:rPr lang="en-US" dirty="0"/>
              <a:t>[4]</a:t>
            </a:r>
            <a:r>
              <a:rPr lang="en-US" dirty="0">
                <a:ea typeface="+mn-lt"/>
                <a:cs typeface="+mn-lt"/>
              </a:rPr>
              <a:t> M. S.  Tam And K.  Babacan, "Child Influencer(s) Problem: Violation of Privacy," In  </a:t>
            </a:r>
            <a:r>
              <a:rPr lang="en-US" dirty="0" err="1">
                <a:ea typeface="+mn-lt"/>
                <a:cs typeface="+mn-lt"/>
              </a:rPr>
              <a:t>Dijital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Mahremiyetin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Boyutları</a:t>
            </a:r>
            <a:r>
              <a:rPr lang="en-US" dirty="0">
                <a:ea typeface="+mn-lt"/>
                <a:cs typeface="+mn-lt"/>
              </a:rPr>
              <a:t> , İstanbul: Istanbul Univ Press, Istanbul Univ Rectorate, 2024, pp.137-151.</a:t>
            </a:r>
          </a:p>
          <a:p>
            <a:r>
              <a:rPr lang="en-US" dirty="0">
                <a:ea typeface="+mn-lt"/>
                <a:cs typeface="+mn-lt"/>
              </a:rPr>
              <a:t>[5] J. Bridle, "Something is wrong on the internet," Medium, Nov. 06, 2017. [Online]. Available: https://medium.com/@jamesbridle/something-is-wrong-on-the-internet-c39c471271d2. [Accessed: Dec. 24, 2025].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9676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GestaltVTI</vt:lpstr>
      <vt:lpstr>Çocukların Sosyal Medya Güvenliği</vt:lpstr>
      <vt:lpstr>Başlıklar</vt:lpstr>
      <vt:lpstr>Konu Özeti</vt:lpstr>
      <vt:lpstr> Ebeveyn Etkisi</vt:lpstr>
      <vt:lpstr>Youtube Videolarında Çocukların Kullanılması</vt:lpstr>
      <vt:lpstr>PowerPoint Presentation</vt:lpstr>
      <vt:lpstr>Elsagate Fenomeni</vt:lpstr>
      <vt:lpstr>PowerPoint Presentation</vt:lpstr>
      <vt:lpstr>Elsagate 2.0</vt:lpstr>
      <vt:lpstr>SONUÇ</vt:lpstr>
      <vt:lpstr>Kaynakça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402</cp:revision>
  <dcterms:created xsi:type="dcterms:W3CDTF">2025-12-24T08:07:38Z</dcterms:created>
  <dcterms:modified xsi:type="dcterms:W3CDTF">2025-12-24T10:26:42Z</dcterms:modified>
</cp:coreProperties>
</file>