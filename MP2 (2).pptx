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7AB79D-46E8-EAAF-EC8D-24C5ED850D49}" v="6" dt="2025-11-02T13:14:11.587"/>
    <p1510:client id="{EF161B92-6C5A-E997-E248-01E3D87863D1}" v="569" dt="2025-11-02T13:05:06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6668 1532 16383 0 0,'-6'0'0'0'0,"-11"5"0"0"0,-9 2 0 0 0,-4 0 0 0 0,-9 9 0 0 0,-2 1 0 0 0,-4-1 0 0 0,4 1 0 0 0,5-2 0 0 0,3-4 0 0 0,-3-3 0 0 0,-1-3 0 0 0,-4-3 0 0 0,-1-2 0 0 0,-3 0 0 0 0,0-1 0 0 0,8 11 0 0 0,6 3 0 0 0,-4 0 0 0 0,0-3 0 0 0,-4-2 0 0 0,3 1 0 0 0,14 1 0 0 0,16-3 0 0 0,19-1 0 0 0,13-3 0 0 0,7 4 0 0 0,8 1 0 0 0,3-1 0 0 0,3 8 0 0 0,1 2 0 0 0,1-2 0 0 0,-2-3 0 0 0,-4-4 0 0 0,1 2 0 0 0,-1-1 0 0 0,2-2 0 0 0,-2-2 0 0 0,-2-2 0 0 0,2-1 0 0 0,-1-2 0 0 0,-8 11 0 0 0,1 2 0 0 0,0 0 0 0 0,4-3 0 0 0,-10-2 0 0 0,-15-4 0 0 0,-20-1 0 0 0,-14-2 0 0 0,-15-1 0 0 0,-6-1 0 0 0,-1 1 0 0 0,-4-1 0 0 0,0 1 0 0 0,-2-1 0 0 0,2 1 0 0 0,3 0 0 0 0,-1 0 0 0 0,1 0 0 0 0,-1 0 0 0 0,0 0 0 0 0,-2 0 0 0 0,1 0 0 0 0,3 0 0 0 0,-1 0 0 0 0,6-5 0 0 0,15-2 0 0 0,16 0 0 0 0,15 2 0 0 0,15-4 0 0 0,21 0 0 0 0,6 1 0 0 0,6-9 0 0 0,-1 0 0 0 0,-1 1 0 0 0,-4 5 0 0 0,-5 3 0 0 0,0-2 0 0 0,-3 1 0 0 0,1 2 0 0 0,0 2 0 0 0,1 2 0 0 0,0 1 0 0 0,6-4 0 0 0,1 0 0 0 0,2-1 0 0 0,-4 2 0 0 0,1 2 0 0 0,-4 1 0 0 0,2-10 0 0 0,-4-2 0 0 0,-3 1 0 0 0,1 3 0 0 0,-1-3 0 0 0,-18 2 0 0 0,-19 2 0 0 0,-15 3 0 0 0,-17 2 0 0 0,-8 2 0 0 0,-9 1 0 0 0,-3 2 0 0 0,-3-11 0 0 0,2-4 0 0 0,-7 1 0 0 0,0 3 0 0 0,-5 3 0 0 0,-14 2 0 0 0,1 3 0 0 0,-3-4 0 0 0,-5-1 0 0 0,2 1 0 0 0,-2 1 0 0 0,-2 2 0 0 0,-4-10 0 0 0,4-2 0 0 0,-1 2 0 0 0,-1 2 0 0 0,9 4 0 0 0,1 3 0 0 0,3 1 0 0 0,9 3 0 0 0,-1-11 0 0 0,0-2 0 0 0,6 0 0 0 0,2 3 0 0 0,6 3 0 0 0,1 3 0 0 0,3 1 0 0 0,4 3 0 0 0,-1 0 0 0 0,2 0 0 0 0,18 1 0 0 0,18-1 0 0 0,16 1 0 0 0,15-1 0 0 0,10 0 0 0 0,13 0 0 0 0,9 0 0 0 0,1 5 0 0 0,5 2 0 0 0,2 0 0 0 0,6-2 0 0 0,-5-1 0 0 0,-7-2 0 0 0,0 0 0 0 0,2-2 0 0 0,5 0 0 0 0,-4 0 0 0 0,4 0 0 0 0,1-1 0 0 0,-7 1 0 0 0,3 0 0 0 0,0 0 0 0 0,-5 0 0 0 0,-7 0 0 0 0,-3 0 0 0 0,-3 0 0 0 0,-1 0 0 0 0,-1 5 0 0 0,2 2 0 0 0,-3 0 0 0 0,-2-2 0 0 0,2-1 0 0 0,-1-2 0 0 0,-18-1 0 0 0,-19 0 0 0 0,-15-1 0 0 0,-16 0 0 0 0,-9-1 0 0 0,-9 1 0 0 0,-3 0 0 0 0,-3 0 0 0 0,2-1 0 0 0,3 1 0 0 0,-1 0 0 0 0,3 0 0 0 0,-3 0 0 0 0,-8 0 0 0 0,-1 0 0 0 0,4 0 0 0 0,0 0 0 0 0,4 0 0 0 0,-1 0 0 0 0,3 0 0 0 0,-2 0 0 0 0,2 0 0 0 0,4 0 0 0 0,-2 0 0 0 0,12 0 0 0 0,16 0 0 0 0,16 0 0 0 0,18 0 0 0 0,11 0 0 0 0,11 0 0 0 0,4 0 0 0 0,10 0 0 0 0,5 0 0 0 0,9 0 0 0 0,-2 0 0 0 0,3 11 0 0 0,0 3 0 0 0,-7-1 0 0 0,2-2 0 0 0,-5-4 0 0 0,-2-2 0 0 0,-7-3 0 0 0,0-1 0 0 0,-4 5 0 0 0,0 0 0 0 0,-3 0 0 0 0,-3-1 0 0 0,-9 9 0 0 0,-14 2 0 0 0,-22-2 0 0 0,-15-3 0 0 0,-15-3 0 0 0,-6 1 0 0 0,-7 0 0 0 0,-1-1 0 0 0,2-3 0 0 0,-1-2 0 0 0,3 9 0 0 0,-3 3 0 0 0,2-2 0 0 0,-2-3 0 0 0,3-3 0 0 0,2 3 0 0 0,-1-1 0 0 0,1-2 0 0 0,-3-1 0 0 0,1 2 0 0 0,-2 1 0 0 0,2-2 0 0 0,2-1 0 0 0,14-3 0 0 0,22-1 0 0 0,18-1 0 0 0,16-1 0 0 0,10 0 0 0 0,8-1 0 0 0,2 1 0 0 0,-3 0 0 0 0,2-1 0 0 0,-1 1 0 0 0,1 0 0 0 0,-2 0 0 0 0,2 0 0 0 0,-2 0 0 0 0,-4 0 0 0 0,3 0 0 0 0,-2 0 0 0 0,2 0 0 0 0,0 0 0 0 0,2 0 0 0 0,-1 0 0 0 0,-4 0 0 0 0,8 0 0 0 0,5 11 0 0 0,-1 3 0 0 0,1-1 0 0 0,-3-3 0 0 0,-22-2 0 0 0,-20-3 0 0 0,-22-3 0 0 0,-14-1 0 0 0,-8-1 0 0 0,-9 0 0 0 0,-1-1 0 0 0,-4 1 0 0 0,1-1 0 0 0,-1 1 0 0 0,7 5 0 0 0,6 2 0 0 0,3-1 0 0 0,-2 0 0 0 0,-1-3 0 0 0,-5 0 0 0 0,0-2 0 0 0,-4 0 0 0 0,0-1 0 0 0,3-1 0 0 0,-2 1 0 0 0,2 0 0 0 0,-3 0 0 0 0,1-1 0 0 0,18 1 0 0 0,20 0 0 0 0,20 0 0 0 0,13 0 0 0 0,8 0 0 0 0,8 0 0 0 0,2 0 0 0 0,3 0 0 0 0,0 0 0 0 0,1-10 0 0 0,-2-4 0 0 0,-4 1 0 0 0,1 2 0 0 0,-6-2 0 0 0,-6 2 0 0 0,4 1 0 0 0,-1 4 0 0 0,-15 2 0 0 0,-17 2 0 0 0,-20 2 0 0 0,-11 0 0 0 0,-7 0 0 0 0,-7 1 0 0 0,-3-1 0 0 0,-3 1 0 0 0,1-1 0 0 0,-2 0 0 0 0,2 0 0 0 0,20 0 0 0 0,19-5 0 0 0,22-2 0 0 0,13 1 0 0 0,13-10 0 0 0,5-2 0 0 0,0 2 0 0 0,2 5 0 0 0,-1 2 0 0 0,-8 0 0 0 0,-1-1 0 0 0,-1 3 0 0 0,4 2 0 0 0,-5-9 0 0 0,-14-1 0 0 0,-16 1 0 0 0,-18 3 0 0 0,-13 4 0 0 0,-13 3 0 0 0,-4 2 0 0 0,0 1 0 0 0,-4 1 0 0 0,2 1 0 0 0,-3 0 0 0 0,2-1 0 0 0,-1 1 0 0 0,1-1 0 0 0,4 0 0 0 0,-1 0 0 0 0,0 0 0 0 0,-1 0 0 0 0,0 0 0 0 0,3 0 0 0 0,-2-5 0 0 0,1-2 0 0 0,-2 0 0 0 0,0 2 0 0 0,19 1 0 0 0,18 2 0 0 0,21 1 0 0 0,14 0 0 0 0,6 1 0 0 0,9 0 0 0 0,2 1 0 0 0,4-1 0 0 0,-2 0 0 0 0,-3 0 0 0 0,1 0 0 0 0,-1 1 0 0 0,1-1 0 0 0,-1 0 0 0 0,3 0 0 0 0,-3-11 0 0 0,-2-3 0 0 0,1 1 0 0 0,-1 2 0 0 0,3 4 0 0 0,-1 2 0 0 0,2 2 0 0 0,-1 3 0 0 0,-4-1 0 0 0,3 2 0 0 0,-12 0 0 0 0,-17-1 0 0 0,-16 1 0 0 0,-18-1 0 0 0,-11 0 0 0 0,-11 5 0 0 0,-4 2 0 0 0,-4 0 0 0 0,0-2 0 0 0,4-1 0 0 0,-1 4 0 0 0,2 0 0 0 0,-2-1 0 0 0,2-2 0 0 0,-3-1 0 0 0,3 8 0 0 0,2 3 0 0 0,-1-1 0 0 0,1-4 0 0 0,-3-3 0 0 0,1-2 0 0 0,4-3 0 0 0,-3-1 0 0 0,1-1 0 0 0,-3 4 0 0 0,1 3 0 0 0,-2-1 0 0 0,1-2 0 0 0,3 0 0 0 0,-1-2 0 0 0,1-1 0 0 0,-3 0 0 0 0,1-1 0 0 0,-2 0 0 0 0,1-1 0 0 0,9 11 0 0 0,20 4 0 0 0,19-1 0 0 0,18-2 0 0 0,12-4 0 0 0,10-2 0 0 0,4-3 0 0 0,-18-1 0 0 0,-18 0 0 0 0,-22-2 0 0 0,-14 1 0 0 0,-13-1 0 0 0,0 6 0 0 0,11 1 0 0 0,16 1 0 0 0,20-2 0 0 0,14-1 0 0 0,13-2 0 0 0,6-1 0 0 0,1 0 0 0 0,3-1 0 0 0,0 0 0 0 0,2-1 0 0 0,-2 1 0 0 0,2 0 0 0 0,-2 0 0 0 0,-20 0 0 0 0,-19 0 0 0 0,-21 0 0 0 0,-14 0 0 0 0,-12 0 0 0 0,-4 0 0 0 0,-1 0 0 0 0,-3 0 0 0 0,2-11 0 0 0,-1-3 0 0 0,1 1 0 0 0,-2 2 0 0 0,13 4 0 0 0,17 2 0 0 0,23 3 0 0 0,15 1 0 0 0,15 1 0 0 0,6 0 0 0 0,2 1 0 0 0,4-1 0 0 0,-1 1 0 0 0,-8-6 0 0 0,0-2 0 0 0,-2 1 0 0 0,4 0 0 0 0,0 2 0 0 0,-1 2 0 0 0,-7-10 0 0 0,0-2 0 0 0,1 1 0 0 0,-15 2 0 0 0,-17 4 0 0 0,-13 2 0 0 0,-16 3 0 0 0,-7 1 0 0 0,-9 1 0 0 0,-2 1 0 0 0,-4 0 0 0 0,2-1 0 0 0,4 1 0 0 0,-2-1 0 0 0,3 0 0 0 0,-3 0 0 0 0,2 0 0 0 0,-2 0 0 0 0,1 0 0 0 0,4 0 0 0 0,-2 0 0 0 0,1 0 0 0 0,-3 0 0 0 0,1 0 0 0 0,-2 0 0 0 0,1 0 0 0 0,19 0 0 0 0,19 0 0 0 0,21 0 0 0 0,14 0 0 0 0,12 0 0 0 0,4 0 0 0 0,1-5 0 0 0,2-2 0 0 0,-1 0 0 0 0,2-8 0 0 0,-2-3 0 0 0,2 2 0 0 0,-3 4 0 0 0,-3 4 0 0 0,2 4 0 0 0,-2-4 0 0 0,2 1 0 0 0,0 0 0 0 0,2 3 0 0 0,-12 0 0 0 0,-17 3 0 0 0,-21 0 0 0 0,-16 1 0 0 0,-15 0 0 0 0,-6 0 0 0 0,-2 1 0 0 0,-4-1 0 0 0,1 0 0 0 0,-2 0 0 0 0,2 1 0 0 0,-2-1 0 0 0,7 10 0 0 0,16 4 0 0 0,18-1 0 0 0,20-2 0 0 0,13-4 0 0 0,13-2 0 0 0,4-3 0 0 0,1-1 0 0 0,3 0 0 0 0,-1-2 0 0 0,2 0 0 0 0,-2 1 0 0 0,-9 5 0 0 0,-11 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6786 1501 16383 0 0,'0'-10'0'0'0,"-11"-4"0"0"0,-8 1 0 0 0,-6 2 0 0 0,-10 3 0 0 0,-3 4 0 0 0,-7 1 0 0 0,0 7 0 0 0,-3 3 0 0 0,1 0 0 0 0,4 5 0 0 0,-1-1 0 0 0,1-2 0 0 0,-2-2 0 0 0,6 3 0 0 0,5-1 0 0 0,3-1 0 0 0,6 8 0 0 0,14 1 0 0 0,18-2 0 0 0,13-3 0 0 0,14-4 0 0 0,7-4 0 0 0,-5 3 0 0 0,-2 1 0 0 0,3-2 0 0 0,1-1 0 0 0,3-2 0 0 0,2-1 0 0 0,2-2 0 0 0,-5 11 0 0 0,-5 3 0 0 0,-3-2 0 0 0,-13-1 0 0 0,-19-4 0 0 0,-15-2 0 0 0,-15-3 0 0 0,-9-1 0 0 0,-7-1 0 0 0,-1-1 0 0 0,2 1 0 0 0,-2-1 0 0 0,2 1 0 0 0,-2 0 0 0 0,-8-1 0 0 0,-1 1 0 0 0,5 0 0 0 0,0 0 0 0 0,4 0 0 0 0,-1 5 0 0 0,-8 2 0 0 0,1 0 0 0 0,-1-2 0 0 0,3-1 0 0 0,7-1 0 0 0,-1-2 0 0 0,4-1 0 0 0,19 0 0 0 0,18 0 0 0 0,17 0 0 0 0,15-1 0 0 0,10 1 0 0 0,9 0 0 0 0,1 0 0 0 0,9 0 0 0 0,6 0 0 0 0,-3 0 0 0 0,5 0 0 0 0,-3 0 0 0 0,-2 0 0 0 0,-5 0 0 0 0,-1 0 0 0 0,-4 0 0 0 0,-6 0 0 0 0,1 0 0 0 0,-1 0 0 0 0,2 0 0 0 0,-12 0 0 0 0,-16 0 0 0 0,-21 0 0 0 0,-15 0 0 0 0,-10 0 0 0 0,-10 0 0 0 0,-3 0 0 0 0,-10 0 0 0 0,-12 0 0 0 0,-5 0 0 0 0,-6 0 0 0 0,4 0 0 0 0,-1 0 0 0 0,-4 0 0 0 0,1 0 0 0 0,8 0 0 0 0,0 0 0 0 0,1 0 0 0 0,7 0 0 0 0,3 0 0 0 0,-4 0 0 0 0,2 0 0 0 0,7 0 0 0 0,2 0 0 0 0,3 0 0 0 0,21 0 0 0 0,20 0 0 0 0,26 0 0 0 0,16 0 0 0 0,17 0 0 0 0,20 0 0 0 0,13 0 0 0 0,8 0 0 0 0,15 0 0 0 0,8 0 0 0 0,11 0 0 0 0,0 0 0 0 0,4 0 0 0 0,0 0 0 0 0,-7 0 0 0 0,-8 0 0 0 0,1 0 0 0 0,2 0 0 0 0,-4 0 0 0 0,-6 0 0 0 0,-17 0 0 0 0,-13 0 0 0 0,-15 0 0 0 0,-9-10 0 0 0,-8-4 0 0 0,-23 6 0 0 0,-20 4 0 0 0,-23 3 0 0 0,-12 2 0 0 0,-18 0 0 0 0,-15 0 0 0 0,-8 6 0 0 0,-8 0 0 0 0,5 1 0 0 0,-1-3 0 0 0,-3-1 0 0 0,-10-1 0 0 0,6-2 0 0 0,0-1 0 0 0,0 0 0 0 0,2 0 0 0 0,10 0 0 0 0,11-1 0 0 0,-4 12 0 0 0,2 2 0 0 0,7 0 0 0 0,2-2 0 0 0,5-3 0 0 0,0-4 0 0 0,2-1 0 0 0,20-2 0 0 0,19-1 0 0 0,21 0 0 0 0,13-1 0 0 0,18 0 0 0 0,16-4 0 0 0,9-3 0 0 0,7 2 0 0 0,6 0 0 0 0,5 2 0 0 0,3 2 0 0 0,6 1 0 0 0,2 0 0 0 0,1 1 0 0 0,-13 0 0 0 0,-5 1 0 0 0,-7-1 0 0 0,0 0 0 0 0,-8 0 0 0 0,-5 1 0 0 0,-8-1 0 0 0,-3 0 0 0 0,-15 0 0 0 0,-20 0 0 0 0,-23-11 0 0 0,-15-3 0 0 0,-10 1 0 0 0,-10 2 0 0 0,-3 4 0 0 0,-10 2 0 0 0,-6 3 0 0 0,2 1 0 0 0,-4 1 0 0 0,-9 0 0 0 0,-1 1 0 0 0,-5-1 0 0 0,6 1 0 0 0,-1-1 0 0 0,1 0 0 0 0,-2 0 0 0 0,5 0 0 0 0,5 0 0 0 0,7 0 0 0 0,8 0 0 0 0,1 0 0 0 0,5-5 0 0 0,-2-2 0 0 0,1 0 0 0 0,-2 2 0 0 0,12 1 0 0 0,16 2 0 0 0,22 1 0 0 0,16 0 0 0 0,13-4 0 0 0,8-2 0 0 0,0 1 0 0 0,10 1 0 0 0,7 1 0 0 0,7 2 0 0 0,0 1 0 0 0,-3-10 0 0 0,5-3 0 0 0,-4 1 0 0 0,-4 3 0 0 0,-5 3 0 0 0,-8 2 0 0 0,-1 3 0 0 0,-3 1 0 0 0,2 1 0 0 0,-3 0 0 0 0,-17-4 0 0 0,-20-3 0 0 0,-20 1 0 0 0,-13 1 0 0 0,-6 2 0 0 0,-9 0 0 0 0,-2 2 0 0 0,-4 1 0 0 0,2 0 0 0 0,-2 0 0 0 0,2 0 0 0 0,4 0 0 0 0,-2 1 0 0 0,3-1 0 0 0,-3 0 0 0 0,1 0 0 0 0,4 0 0 0 0,-3 0 0 0 0,1 0 0 0 0,-3 0 0 0 0,2 0 0 0 0,-4 0 0 0 0,3 0 0 0 0,2 0 0 0 0,-2 0 0 0 0,2 0 0 0 0,18 0 0 0 0,19 0 0 0 0,14 0 0 0 0,18 0 0 0 0,8 0 0 0 0,9 0 0 0 0,2 0 0 0 0,4 0 0 0 0,-1 0 0 0 0,-4 0 0 0 0,0 0 0 0 0,-1 10 0 0 0,1 4 0 0 0,-1-1 0 0 0,-18-2 0 0 0,-20-3 0 0 0,-20-4 0 0 0,-14 4 0 0 0,-7 0 0 0 0,-8-1 0 0 0,-2-2 0 0 0,-3-2 0 0 0,0-1 0 0 0,-1 4 0 0 0,2 1 0 0 0,4-1 0 0 0,-1-1 0 0 0,1-2 0 0 0,-2 0 0 0 0,2-2 0 0 0,-3-1 0 0 0,12 0 0 0 0,16 0 0 0 0,23-1 0 0 0,15 1 0 0 0,15 0 0 0 0,6 0 0 0 0,2 0 0 0 0,9 0 0 0 0,6 0 0 0 0,-1 0 0 0 0,4 0 0 0 0,4 0 0 0 0,5 0 0 0 0,7 0 0 0 0,-5 0 0 0 0,2 0 0 0 0,8 0 0 0 0,-4 0 0 0 0,1 0 0 0 0,1 0 0 0 0,4 0 0 0 0,-2 0 0 0 0,0 0 0 0 0,-8 0 0 0 0,-1 0 0 0 0,-3 0 0 0 0,-8 0 0 0 0,-4 0 0 0 0,-7 0 0 0 0,-6 10 0 0 0,-17 4 0 0 0,-23-1 0 0 0,-18 3 0 0 0,-17-1 0 0 0,-8-4 0 0 0,-9 7 0 0 0,-1 1 0 0 0,2-4 0 0 0,-7-3 0 0 0,-4-5 0 0 0,2-2 0 0 0,-6 2 0 0 0,-2 0 0 0 0,4-1 0 0 0,-4-1 0 0 0,-6-2 0 0 0,-2-2 0 0 0,5 0 0 0 0,-1 10 0 0 0,0 2 0 0 0,7 0 0 0 0,-3-2 0 0 0,-1-4 0 0 0,6-3 0 0 0,-4-1 0 0 0,-1-2 0 0 0,5-1 0 0 0,6-1 0 0 0,3 1 0 0 0,4-1 0 0 0,-2 1 0 0 0,4-1 0 0 0,-3 1 0 0 0,13 0 0 0 0,16 0 0 0 0,22 0 0 0 0,15 0 0 0 0,15 0 0 0 0,17 0 0 0 0,5 0 0 0 0,8-5 0 0 0,9-2 0 0 0,13 0 0 0 0,-4 2 0 0 0,1 1 0 0 0,0 2 0 0 0,-2 0 0 0 0,-11 2 0 0 0,-1 0 0 0 0,-8 0 0 0 0,-4 0 0 0 0,-6 1 0 0 0,-2-1 0 0 0,-4 0 0 0 0,0-5 0 0 0,-2-2 0 0 0,-3 1 0 0 0,1 0 0 0 0,-11 2 0 0 0,-16 2 0 0 0,-16 1 0 0 0,-19 0 0 0 0,-10 1 0 0 0,-11 1 0 0 0,-4-1 0 0 0,-4 0 0 0 0,0 0 0 0 0,4 1 0 0 0,-1-1 0 0 0,2 0 0 0 0,-2 0 0 0 0,-8 0 0 0 0,-1 0 0 0 0,4 0 0 0 0,0 0 0 0 0,-7-11 0 0 0,2-3 0 0 0,-1 1 0 0 0,4 2 0 0 0,2 4 0 0 0,3 2 0 0 0,0-3 0 0 0,2 1 0 0 0,5 0 0 0 0,-2 2 0 0 0,1-9 0 0 0,19-1 0 0 0,18 1 0 0 0,10-2 0 0 0,9 1 0 0 0,13 4 0 0 0,7 4 0 0 0,8-3 0 0 0,2 1 0 0 0,10 2 0 0 0,5 2 0 0 0,-2 1 0 0 0,6 3 0 0 0,-4-10 0 0 0,0-3 0 0 0,4 1 0 0 0,-2 3 0 0 0,-2 2 0 0 0,-6 4 0 0 0,-1 2 0 0 0,-4 1 0 0 0,-5 1 0 0 0,0-5 0 0 0,-1-1 0 0 0,2 0 0 0 0,-12 1 0 0 0,-16 1 0 0 0,-21 2 0 0 0,-15 1 0 0 0,-10 1 0 0 0,-10 0 0 0 0,-3 0 0 0 0,-5 0 0 0 0,1 0 0 0 0,-8 1 0 0 0,-5-1 0 0 0,-7 0 0 0 0,2 0 0 0 0,-4 0 0 0 0,5 0 0 0 0,-2 0 0 0 0,-1 0 0 0 0,-4 0 0 0 0,5 0 0 0 0,2 0 0 0 0,8 0 0 0 0,3 0 0 0 0,5 0 0 0 0,5 0 0 0 0,15 0 0 0 0,24 0 0 0 0,17 0 0 0 0,16 10 0 0 0,9 4 0 0 0,4-1 0 0 0,4-2 0 0 0,11-3 0 0 0,0-4 0 0 0,1-1 0 0 0,-4 3 0 0 0,5 1 0 0 0,2-1 0 0 0,-4-1 0 0 0,-6-2 0 0 0,-2-1 0 0 0,-3-1 0 0 0,0-1 0 0 0,-2 0 0 0 0,2 0 0 0 0,-2 0 0 0 0,-3-1 0 0 0,2 1 0 0 0,-1 0 0 0 0,2 0 0 0 0,0 0 0 0 0,2 0 0 0 0,-1 5 0 0 0,-4 2 0 0 0,-13 0 0 0 0,-22-2 0 0 0,-17-1 0 0 0,-18-2 0 0 0,-8-1 0 0 0,-9 0 0 0 0,-2-1 0 0 0,2 0 0 0 0,-6-1 0 0 0,-6 1 0 0 0,3 0 0 0 0,0 0 0 0 0,-7 0 0 0 0,3 0 0 0 0,0 0 0 0 0,6 0 0 0 0,-5 0 0 0 0,3 0 0 0 0,0 0 0 0 0,5 0 0 0 0,-1 0 0 0 0,5 0 0 0 0,-2 0 0 0 0,3 0 0 0 0,4 0 0 0 0,-2 0 0 0 0,1 0 0 0 0,19 0 0 0 0,18 0 0 0 0,15 0 0 0 0,16 0 0 0 0,9 0 0 0 0,9 0 0 0 0,3 0 0 0 0,3 0 0 0 0,-2 0 0 0 0,-3 0 0 0 0,1 0 0 0 0,-3 0 0 0 0,3 0 0 0 0,-2 0 0 0 0,2 0 0 0 0,-1 0 0 0 0,7 0 0 0 0,0 0 0 0 0,1 0 0 0 0,-2 0 0 0 0,-1 0 0 0 0,-2 0 0 0 0,0 0 0 0 0,-13 0 0 0 0,-17 0 0 0 0,-23 0 0 0 0,-15 0 0 0 0,-15 0 0 0 0,-7 0 0 0 0,-1 0 0 0 0,-4 0 0 0 0,1 0 0 0 0,-3 0 0 0 0,3 0 0 0 0,-2 0 0 0 0,2 0 0 0 0,4 0 0 0 0,-1 0 0 0 0,0 0 0 0 0,-1 0 0 0 0,0 0 0 0 0,-2 0 0 0 0,12 0 0 0 0,17 0 0 0 0,21 0 0 0 0,16 0 0 0 0,15 0 0 0 0,6 0 0 0 0,2 0 0 0 0,9 0 0 0 0,6 0 0 0 0,9 0 0 0 0,-2 0 0 0 0,4 0 0 0 0,1 0 0 0 0,-7 0 0 0 0,2 0 0 0 0,0 0 0 0 0,-6 0 0 0 0,-7 0 0 0 0,-2 0 0 0 0,-5 0 0 0 0,0 0 0 0 0,-1 0 0 0 0,1 0 0 0 0,-11 0 0 0 0,-13 10 0 0 0,-14 4 0 0 0,-19-1 0 0 0,-12-2 0 0 0,-13-4 0 0 0,-6-2 0 0 0,0 3 0 0 0,-3 0 0 0 0,0-2 0 0 0,-1-1 0 0 0,-10-2 0 0 0,1-1 0 0 0,4-1 0 0 0,-10 10 0 0 0,1 2 0 0 0,5 0 0 0 0,2-2 0 0 0,4-4 0 0 0,1-3 0 0 0,4-1 0 0 0,19-2 0 0 0,20-1 0 0 0,21-1 0 0 0,13 1 0 0 0,7-1 0 0 0,9 1 0 0 0,1-1 0 0 0,4 1 0 0 0,-2 0 0 0 0,-3 0 0 0 0,12 0 0 0 0,1 0 0 0 0,-3 5 0 0 0,-1 2 0 0 0,-4 0 0 0 0,0-2 0 0 0,-3-1 0 0 0,-5-2 0 0 0,2-1 0 0 0,-1 0 0 0 0,2-1 0 0 0,-6 10 0 0 0,-15 4 0 0 0,-16-1 0 0 0,-20-3 0 0 0,-13-2 0 0 0,-7-4 0 0 0,-9-1 0 0 0,-2-2 0 0 0,-4-1 0 0 0,1-1 0 0 0,3 1 0 0 0,-2-1 0 0 0,3 1 0 0 0,-3-1 0 0 0,2 1 0 0 0,-2 0 0 0 0,1 0 0 0 0,4 0 0 0 0,-3 0 0 0 0,2 0 0 0 0,-3 0 0 0 0,2 0 0 0 0,-3 0 0 0 0,1 0 0 0 0,3-5 0 0 0,-1-2 0 0 0,0 0 0 0 0,-7 2 0 0 0,-5 1 0 0 0,0-3 0 0 0,-5-2 0 0 0,-3 2 0 0 0,-7 2 0 0 0,4 1 0 0 0,7 2 0 0 0,4-9 0 0 0,6-3 0 0 0,1 1 0 0 0,3 2 0 0 0,-1 4 0 0 0,7-3 0 0 0,16 1 0 0 0,16 2 0 0 0,21 2 0 0 0,12 1 0 0 0,13-3 0 0 0,15 0 0 0 0,4 0 0 0 0,7 2 0 0 0,9 2 0 0 0,2 1 0 0 0,3 1 0 0 0,5 0 0 0 0,-7-9 0 0 0,-2-3 0 0 0,-2 0 0 0 0,2 2 0 0 0,-7 4 0 0 0,-4 2 0 0 0,-9 3 0 0 0,-7 1 0 0 0,-2 1 0 0 0,-4 0 0 0 0,2 1 0 0 0,-1 0 0 0 0,-19-1 0 0 0,-19 0 0 0 0,-20 1 0 0 0,-13-1 0 0 0,-7 0 0 0 0,-8 0 0 0 0,-2 0 0 0 0,-3 0 0 0 0,0 0 0 0 0,4 0 0 0 0,-1 0 0 0 0,2 0 0 0 0,-3 0 0 0 0,2 0 0 0 0,-2 0 0 0 0,12 0 0 0 0,16 0 0 0 0,23 0 0 0 0,15 0 0 0 0,15 0 0 0 0,6 0 0 0 0,2 0 0 0 0,4 0 0 0 0,-1 0 0 0 0,2 0 0 0 0,-2 0 0 0 0,-3 0 0 0 0,1 0 0 0 0,-1 0 0 0 0,2 0 0 0 0,-2 0 0 0 0,3 0 0 0 0,-1 0 0 0 0,-3 0 0 0 0,1 0 0 0 0,-1 0 0 0 0,3 0 0 0 0,-12 0 0 0 0,-16 0 0 0 0,-22 0 0 0 0,-15 0 0 0 0,-10 5 0 0 0,-9 2 0 0 0,-4-1 0 0 0,-5 0 0 0 0,0-3 0 0 0,-1 0 0 0 0,1 3 0 0 0,5 2 0 0 0,-2-2 0 0 0,2-1 0 0 0,-2-1 0 0 0,2-2 0 0 0,2-1 0 0 0,-2-1 0 0 0,1 0 0 0 0,-2 0 0 0 0,10 0 0 0 0,18-1 0 0 0,21 1 0 0 0,15 0 0 0 0,9 0 0 0 0,11 0 0 0 0,3 0 0 0 0,5 0 0 0 0,-1 0 0 0 0,-3 0 0 0 0,2 0 0 0 0,-12 0 0 0 0,-18 0 0 0 0,-16 0 0 0 0,-19 0 0 0 0,-11 0 0 0 0,-11 0 0 0 0,-4 0 0 0 0,0 0 0 0 0,-2 0 0 0 0,-8 0 0 0 0,-1 0 0 0 0,-2 0 0 0 0,5 0 0 0 0,1 0 0 0 0,3 0 0 0 0,6 0 0 0 0,-1 0 0 0 0,2 0 0 0 0,-2 0 0 0 0,0 0 0 0 0,-1 0 0 0 0,0 0 0 0 0,4 0 0 0 0,-2 0 0 0 0,1 0 0 0 0,-3 0 0 0 0,1 0 0 0 0,-2 0 0 0 0,1 0 0 0 0,19 0 0 0 0,19-10 0 0 0,21-4 0 0 0,14 0 0 0 0,12-1 0 0 0,4 0 0 0 0,1 4 0 0 0,2-8 0 0 0,-1 1 0 0 0,2 2 0 0 0,-2 5 0 0 0,1 3 0 0 0,-1-1 0 0 0,-4 0 0 0 0,1 2 0 0 0,-1-3 0 0 0,3 0 0 0 0,-12 2 0 0 0,-16 2 0 0 0,-22 2 0 0 0,-15 2 0 0 0,-10 1 0 0 0,-10 1 0 0 0,-3 0 0 0 0,-5 1 0 0 0,1-1 0 0 0,-3 1 0 0 0,3-1 0 0 0,3 0 0 0 0,0 0 0 0 0,1 0 0 0 0,-2 6 0 0 0,1 0 0 0 0,-2 1 0 0 0,2-2 0 0 0,2-1 0 0 0,15-2 0 0 0,21 0 0 0 0,17-2 0 0 0,18 0 0 0 0,9 0 0 0 0,8 0 0 0 0,1-1 0 0 0,-1 1 0 0 0,1 0 0 0 0,-2 0 0 0 0,2 0 0 0 0,-2 0 0 0 0,-8 10 0 0 0,-11 9 0 0 0,0 2 0 0 0,2-4 0 0 0,-4-4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6327 1833 16383 0 0,'0'5'0'0'0,"10"2"0"0"0,9 0 0 0 0,7-2 0 0 0,8-1 0 0 0,5-2 0 0 0,5-1 0 0 0,1 0 0 0 0,3-1 0 0 0,-1 0 0 0 0,7-1 0 0 0,9 1 0 0 0,6 0 0 0 0,-5 0 0 0 0,-8-1 0 0 0,-2 1 0 0 0,-6 0 0 0 0,-1 0 0 0 0,-2 0 0 0 0,1 0 0 0 0,-13 0 0 0 0,-16 0 0 0 0,-23-5 0 0 0,-14-2 0 0 0,-15 1 0 0 0,-7 0 0 0 0,-1 3 0 0 0,-4-5 0 0 0,1 0 0 0 0,-2 1 0 0 0,-9 1 0 0 0,1-8 0 0 0,-7-2 0 0 0,-2 2 0 0 0,-6 3 0 0 0,-7 4 0 0 0,5 2 0 0 0,-1-2 0 0 0,2-1 0 0 0,-3 2 0 0 0,7 1 0 0 0,-1 2 0 0 0,-5 1 0 0 0,0 2 0 0 0,-3-11 0 0 0,7-3 0 0 0,4 2 0 0 0,-2 1 0 0 0,5 4 0 0 0,3 2 0 0 0,7 3 0 0 0,1 1 0 0 0,5-4 0 0 0,21-2 0 0 0,19 1 0 0 0,23 2 0 0 0,12 0 0 0 0,13-8 0 0 0,15-3 0 0 0,3 1 0 0 0,7 4 0 0 0,8 2 0 0 0,12-1 0 0 0,8-1 0 0 0,2 3 0 0 0,-8 2 0 0 0,0-9 0 0 0,2-1 0 0 0,0 1 0 0 0,2 3 0 0 0,0 4 0 0 0,-5 2 0 0 0,-12 3 0 0 0,-4 2 0 0 0,-2-5 0 0 0,-9-2 0 0 0,-3 1 0 0 0,-7 2 0 0 0,-7 0 0 0 0,1 2 0 0 0,-3 1 0 0 0,3-10 0 0 0,-2-3 0 0 0,-2 1 0 0 0,-13 3 0 0 0,-22 8 0 0 0,-17 4 0 0 0,-17 3 0 0 0,-8-1 0 0 0,1 5 0 0 0,3 1 0 0 0,-5-2 0 0 0,0 9 0 0 0,-5 1 0 0 0,1-2 0 0 0,-9-4 0 0 0,-6 1 0 0 0,1-2 0 0 0,-5 9 0 0 0,-3-1 0 0 0,-6-2 0 0 0,4 1 0 0 0,-3-4 0 0 0,5-2 0 0 0,3 0 0 0 0,-3-1 0 0 0,3-2 0 0 0,2 7 0 0 0,6 1 0 0 0,1-2 0 0 0,5 2 0 0 0,4-3 0 0 0,16-3 0 0 0,22-4 0 0 0,17-3 0 0 0,18-2 0 0 0,8-1 0 0 0,8-1 0 0 0,2-1 0 0 0,-2 0 0 0 0,6 1 0 0 0,6-1 0 0 0,8 1 0 0 0,8 0 0 0 0,8 0 0 0 0,5 0 0 0 0,9 0 0 0 0,3 0 0 0 0,1 0 0 0 0,-11 0 0 0 0,-5 0 0 0 0,-7 0 0 0 0,-1 0 0 0 0,-8 0 0 0 0,-4 0 0 0 0,-9 0 0 0 0,-3 0 0 0 0,-6 0 0 0 0,-4 0 0 0 0,-15 0 0 0 0,-23 0 0 0 0,-17 0 0 0 0,-17 0 0 0 0,-8 0 0 0 0,-9 0 0 0 0,-1 0 0 0 0,3 0 0 0 0,-2 0 0 0 0,-9 0 0 0 0,-10 0 0 0 0,1 10 0 0 0,-5 4 0 0 0,-10-1 0 0 0,2-2 0 0 0,0-3 0 0 0,1-4 0 0 0,0-1 0 0 0,-4-2 0 0 0,-3-1 0 0 0,7 5 0 0 0,1 1 0 0 0,3 0 0 0 0,9-1 0 0 0,-1-2 0 0 0,1-1 0 0 0,6 0 0 0 0,2-2 0 0 0,6 0 0 0 0,5 0 0 0 0,1 0 0 0 0,2 10 0 0 0,19 3 0 0 0,19 0 0 0 0,14-7 0 0 0,17-6 0 0 0,9-2 0 0 0,8 0 0 0 0,3-1 0 0 0,3 1 0 0 0,-2 0 0 0 0,-3 1 0 0 0,11-5 0 0 0,1-1 0 0 0,7 0 0 0 0,9 2 0 0 0,1 1 0 0 0,4 2 0 0 0,5-10 0 0 0,3-2 0 0 0,4 1 0 0 0,6 2 0 0 0,-7 4 0 0 0,-3 3 0 0 0,-2 1 0 0 0,-3 3 0 0 0,0 0 0 0 0,-9 0 0 0 0,-7 1 0 0 0,-8-1 0 0 0,-9-10 0 0 0,-2-3 0 0 0,-4 0 0 0 0,-20 2 0 0 0,-18 4 0 0 0,-15 2 0 0 0,-17 3 0 0 0,-8 1 0 0 0,-8 0 0 0 0,-3 2 0 0 0,-8-1 0 0 0,-6 1 0 0 0,-8-1 0 0 0,-7 1 0 0 0,3-1 0 0 0,-1 0 0 0 0,-4 0 0 0 0,-9 0 0 0 0,4 0 0 0 0,1 0 0 0 0,-1 0 0 0 0,3 0 0 0 0,0 0 0 0 0,8 0 0 0 0,5 0 0 0 0,10 0 0 0 0,-2 0 0 0 0,5 0 0 0 0,0 0 0 0 0,5 0 0 0 0,-1 0 0 0 0,15 0 0 0 0,17 0 0 0 0,23 0 0 0 0,16 0 0 0 0,9 0 0 0 0,10 0 0 0 0,4 0 0 0 0,4-5 0 0 0,0-2 0 0 0,1 0 0 0 0,-1 2 0 0 0,-5 1 0 0 0,2 2 0 0 0,-3 1 0 0 0,3 0 0 0 0,-1 1 0 0 0,2-5 0 0 0,-1-2 0 0 0,-4 1 0 0 0,3 1 0 0 0,-2 1 0 0 0,-18 2 0 0 0,-19 1 0 0 0,-15 0 0 0 0,-16 1 0 0 0,-9 1 0 0 0,-9-1 0 0 0,-3 0 0 0 0,-3 0 0 0 0,2 1 0 0 0,3-1 0 0 0,-6 0 0 0 0,-5 0 0 0 0,3 0 0 0 0,-2 0 0 0 0,5 0 0 0 0,-6 10 0 0 0,-3 4 0 0 0,3-1 0 0 0,1-2 0 0 0,4-4 0 0 0,5-2 0 0 0,1-2 0 0 0,3-2 0 0 0,-3-1 0 0 0,2 5 0 0 0,-2 1 0 0 0,0 0 0 0 0,20-1 0 0 0,18-2 0 0 0,21-1 0 0 0,14 0 0 0 0,12-2 0 0 0,4-10 0 0 0,1-5 0 0 0,2 2 0 0 0,-1 2 0 0 0,2 3 0 0 0,8-2 0 0 0,1 1 0 0 0,0 1 0 0 0,6 3 0 0 0,-2 1 0 0 0,4-8 0 0 0,1-3 0 0 0,6 2 0 0 0,-5 3 0 0 0,-3 3 0 0 0,-7 2 0 0 0,-9-2 0 0 0,-1-1 0 0 0,-4 2 0 0 0,2 1 0 0 0,-3 2 0 0 0,-18 1 0 0 0,-18 1 0 0 0,-21 1 0 0 0,-13 0 0 0 0,-7 1 0 0 0,-8-1 0 0 0,-2 0 0 0 0,-4 0 0 0 0,2 6 0 0 0,-2 1 0 0 0,2 0 0 0 0,-7-2 0 0 0,1-1 0 0 0,-1-2 0 0 0,-7 10 0 0 0,2 2 0 0 0,-5-1 0 0 0,-2-2 0 0 0,5-4 0 0 0,-3-3 0 0 0,0-1 0 0 0,4-3 0 0 0,-2 0 0 0 0,-2 0 0 0 0,6-1 0 0 0,6 1 0 0 0,3 4 0 0 0,3 3 0 0 0,0 0 0 0 0,13-2 0 0 0,17-2 0 0 0,22 0 0 0 0,15-2 0 0 0,9 0 0 0 0,10-1 0 0 0,3-1 0 0 0,5 1 0 0 0,0 0 0 0 0,2 0 0 0 0,-3 0 0 0 0,-4-1 0 0 0,2 1 0 0 0,-2 0 0 0 0,2 0 0 0 0,-2 0 0 0 0,-2-5 0 0 0,2-2 0 0 0,-1 1 0 0 0,-18 0 0 0 0,-19 3 0 0 0,-15 0 0 0 0,-16 7 0 0 0,-9 3 0 0 0,-9-1 0 0 0,3 10 0 0 0,3 2 0 0 0,3-2 0 0 0,7 1 0 0 0,-1-1 0 0 0,-2-5 0 0 0,-6-3 0 0 0,4 7 0 0 0,12 1 0 0 0,15-3 0 0 0,20-2 0 0 0,11-4 0 0 0,8-3 0 0 0,8-3 0 0 0,3 0 0 0 0,-18-1 0 0 0,-17-1 0 0 0,-16 0 0 0 0,-17 1 0 0 0,-10-1 0 0 0,2 6 0 0 0,15 2 0 0 0,17-1 0 0 0,8-11 0 0 0,8-5 0 0 0,12-1 0 0 0,-5 2 0 0 0,-11 2 0 0 0,3 2 0 0 0,4 3 0 0 0,10 0 0 0 0,4 2 0 0 0,2 0 0 0 0,6 1 0 0 0,1-1 0 0 0,-7-5 0 0 0,1-1 0 0 0,0-1 0 0 0,4 2 0 0 0,-10 1 0 0 0,-15 2 0 0 0,-21 1 0 0 0,-14 0 0 0 0,-14 1 0 0 0,-7 0 0 0 0,-2 1 0 0 0,-3-1 0 0 0,0 0 0 0 0,-2 11 0 0 0,2 3 0 0 0,3-1 0 0 0,-1-2 0 0 0,1 1 0 0 0,-2 0 0 0 0,2-3 0 0 0,-3-2 0 0 0,1-4 0 0 0,3-1 0 0 0,-1-1 0 0 0,11-1 0 0 0,17-1 0 0 0,16 1 0 0 0,18-1 0 0 0,11 1 0 0 0,11 0 0 0 0,4-1 0 0 0,4 1 0 0 0,0 0 0 0 0,-4 0 0 0 0,1-10 0 0 0,-2-4 0 0 0,2 1 0 0 0,-2 2 0 0 0,-3-2 0 0 0,2 2 0 0 0,-1 2 0 0 0,3 2 0 0 0,-2 4 0 0 0,3 1 0 0 0,-1 1 0 0 0,-8-9 0 0 0,-6-4 0 0 0,3 2 0 0 0,0 1 0 0 0,-15 4 0 0 0,-17 3 0 0 0,-13 1 0 0 0,-16 3 0 0 0,-8 0 0 0 0,-9 0 0 0 0,-2 1 0 0 0,7 4 0 0 0,-1 3 0 0 0,2-1 0 0 0,2-2 0 0 0,-4-1 0 0 0,1-2 0 0 0,16 0 0 0 0,8-2 0 0 0,0 0 0 0 0,-7 0 0 0 0,-5 0 0 0 0,-3-1 0 0 0,-7 1 0 0 0,-3 0 0 0 0,-4 0 0 0 0,-1 0 0 0 0,-2 0 0 0 0,1 5 0 0 0,3 2 0 0 0,-1-1 0 0 0,1 0 0 0 0,-2-2 0 0 0,1-2 0 0 0,-2-1 0 0 0,1 0 0 0 0,19-1 0 0 0,19 0 0 0 0,21-1 0 0 0,14 1 0 0 0,12-11 0 0 0,15-3 0 0 0,14 1 0 0 0,0 2 0 0 0,4-2 0 0 0,1 2 0 0 0,2 2 0 0 0,-5 2 0 0 0,0 3 0 0 0,-2-8 0 0 0,4-2 0 0 0,-6 0 0 0 0,-4 4 0 0 0,-7 3 0 0 0,-8 3 0 0 0,-2 2 0 0 0,-3 1 0 0 0,-20 1 0 0 0,-18 1 0 0 0,-16 0 0 0 0,-17-1 0 0 0,-2 6 0 0 0,-3 1 0 0 0,-5 0 0 0 0,-2-2 0 0 0,-4-1 0 0 0,-1-2 0 0 0,4 0 0 0 0,-3 3 0 0 0,1 2 0 0 0,18 0 0 0 0,19-2 0 0 0,16-2 0 0 0,16-1 0 0 0,-1-1 0 0 0,-11 0 0 0 0,-12-1 0 0 0,-17-1 0 0 0,-12 1 0 0 0,-11 0 0 0 0,-4 0 0 0 0,-6-1 0 0 0,5 12 0 0 0,11 8 0 0 0,10 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5720 1674 16383 0 0,'-11'-5'0'0'0,"-8"-2"0"0"0,-11 0 0 0 0,-7-8 0 0 0,15-3 0 0 0,15 2 0 0 0,20 4 0 0 0,12 4 0 0 0,8 4 0 0 0,8 1 0 0 0,3 3 0 0 0,4 0 0 0 0,-1 1 0 0 0,-3-1 0 0 0,2 1 0 0 0,-3 0 0 0 0,3-1 0 0 0,-2 0 0 0 0,2 0 0 0 0,-1 0 0 0 0,-19 0 0 0 0,-19 0 0 0 0,-22 0 0 0 0,-7 5 0 0 0,-6 2 0 0 0,-8 0 0 0 0,-4-2 0 0 0,1-1 0 0 0,-5-2 0 0 0,1 0 0 0 0,-3-2 0 0 0,1 0 0 0 0,3 0 0 0 0,-1 5 0 0 0,0 1 0 0 0,-2 1 0 0 0,1-2 0 0 0,-2-1 0 0 0,12-2 0 0 0,16-1 0 0 0,23 0 0 0 0,15-1 0 0 0,14 0 0 0 0,8-1 0 0 0,1 1 0 0 0,3 0 0 0 0,0 0 0 0 0,8-1 0 0 0,4 1 0 0 0,-1 0 0 0 0,-7 0 0 0 0,11 0 0 0 0,-1 0 0 0 0,-5 0 0 0 0,-2 0 0 0 0,-4 0 0 0 0,0 0 0 0 0,-4 0 0 0 0,-3 0 0 0 0,0 0 0 0 0,0 0 0 0 0,2 0 0 0 0,-12 0 0 0 0,-15 0 0 0 0,-22 0 0 0 0,-16 6 0 0 0,-8 1 0 0 0,-11-1 0 0 0,-3 0 0 0 0,-5-3 0 0 0,1 0 0 0 0,2-2 0 0 0,0-1 0 0 0,1 0 0 0 0,-2 0 0 0 0,2 0 0 0 0,-3 0 0 0 0,3-1 0 0 0,18 1 0 0 0,19 0 0 0 0,21 0 0 0 0,24 0 0 0 0,11 0 0 0 0,12 0 0 0 0,12 0 0 0 0,14 0 0 0 0,8 0 0 0 0,4 0 0 0 0,0 0 0 0 0,-1 0 0 0 0,4 0 0 0 0,0 0 0 0 0,-12 0 0 0 0,-5 0 0 0 0,-8 0 0 0 0,0 0 0 0 0,-9 0 0 0 0,-10 0 0 0 0,-5 0 0 0 0,5 0 0 0 0,-3 0 0 0 0,0 0 0 0 0,-5 0 0 0 0,1 0 0 0 0,-4 0 0 0 0,-5 0 0 0 0,-14 0 0 0 0,-23 0 0 0 0,-17 0 0 0 0,-17 0 0 0 0,-9 0 0 0 0,-8 0 0 0 0,-2 0 0 0 0,-8 0 0 0 0,0 0 0 0 0,-6 0 0 0 0,-3 11 0 0 0,-6 2 0 0 0,-7 1 0 0 0,6-4 0 0 0,-2-2 0 0 0,-9-3 0 0 0,-5-3 0 0 0,-5-1 0 0 0,-1-1 0 0 0,0 0 0 0 0,-6-1 0 0 0,10 1 0 0 0,4-1 0 0 0,1 1 0 0 0,-6 0 0 0 0,-3-1 0 0 0,10 1 0 0 0,2 0 0 0 0,6 0 0 0 0,10 0 0 0 0,1 0 0 0 0,6 0 0 0 0,2 0 0 0 0,7 0 0 0 0,0 0 0 0 0,4 0 0 0 0,0 0 0 0 0,12 0 0 0 0,17-5 0 0 0,23-2 0 0 0,14 1 0 0 0,15 0 0 0 0,7 3 0 0 0,12 0 0 0 0,12 2 0 0 0,5 0 0 0 0,7-4 0 0 0,5-1 0 0 0,4-1 0 0 0,4 2 0 0 0,6 2 0 0 0,3 0 0 0 0,0 2 0 0 0,-2 1 0 0 0,15-11 0 0 0,3-2 0 0 0,-3 0 0 0 0,-4 2 0 0 0,-6 4 0 0 0,1 2 0 0 0,-1 3 0 0 0,-14 1 0 0 0,-6-4 0 0 0,-6-2 0 0 0,-12 1 0 0 0,-6 2 0 0 0,-8 0 0 0 0,-7 2 0 0 0,-1 1 0 0 0,-2-10 0 0 0,-19-2 0 0 0,-19 0 0 0 0,-14 2 0 0 0,-16 4 0 0 0,-9 8 0 0 0,-8 3 0 0 0,-3 2 0 0 0,2-1 0 0 0,-1-1 0 0 0,-10-1 0 0 0,1-1 0 0 0,-2-1 0 0 0,-6 0 0 0 0,2-2 0 0 0,-4 1 0 0 0,-2 0 0 0 0,-4 5 0 0 0,-7 2 0 0 0,-5-1 0 0 0,1 0 0 0 0,-1-3 0 0 0,8 0 0 0 0,1-2 0 0 0,8-1 0 0 0,5 0 0 0 0,-3 0 0 0 0,5 10 0 0 0,1 4 0 0 0,5-1 0 0 0,2-3 0 0 0,4-2 0 0 0,21-3 0 0 0,19-3 0 0 0,22-1 0 0 0,13-1 0 0 0,8 0 0 0 0,7-1 0 0 0,3-5 0 0 0,3-1 0 0 0,-2 0 0 0 0,2 1 0 0 0,9 2 0 0 0,-1 2 0 0 0,5 1 0 0 0,-1-5 0 0 0,8-1 0 0 0,-1 1 0 0 0,-8 1 0 0 0,2 1 0 0 0,1 2 0 0 0,-5 1 0 0 0,-3 1 0 0 0,-9-11 0 0 0,-19-2 0 0 0,-19 0 0 0 0,-21 2 0 0 0,-13 4 0 0 0,-9 2 0 0 0,-12 3 0 0 0,-10 1 0 0 0,0 1 0 0 0,-6 1 0 0 0,-3-1 0 0 0,-5 1 0 0 0,3-1 0 0 0,-2 0 0 0 0,1 1 0 0 0,-4-1 0 0 0,5 0 0 0 0,4 0 0 0 0,-2 0 0 0 0,4 0 0 0 0,7 5 0 0 0,3 2 0 0 0,5 0 0 0 0,1-2 0 0 0,2-1 0 0 0,-2-2 0 0 0,2-1 0 0 0,3 0 0 0 0,-1-1 0 0 0,10 0 0 0 0,17-1 0 0 0,16 1 0 0 0,8-6 0 0 0,13-1 0 0 0,7 1 0 0 0,10 0 0 0 0,3-3 0 0 0,6 0 0 0 0,-2 1 0 0 0,-2 2 0 0 0,-9-8 0 0 0,-10 3 0 0 0,-15 4 0 0 0,-9 8 0 0 0,-16 4 0 0 0,-4 11 0 0 0,-5 4 0 0 0,-8-3 0 0 0,1 2 0 0 0,11-2 0 0 0,14 6 0 0 0,18-1 0 0 0,13-4 0 0 0,7-6 0 0 0,9 2 0 0 0,2-3 0 0 0,10-3 0 0 0,6-2 0 0 0,-2-3 0 0 0,6-2 0 0 0,2 5 0 0 0,-5 1 0 0 0,-7-1 0 0 0,-3-2 0 0 0,-4 0 0 0 0,1-2 0 0 0,-3 9 0 0 0,1 3 0 0 0,-1 0 0 0 0,-3-4 0 0 0,-14-3 0 0 0,-21-2 0 0 0,-18-3 0 0 0,-17-1 0 0 0,-9-1 0 0 0,-8 5 0 0 0,-1 1 0 0 0,1 0 0 0 0,-1-1 0 0 0,2-2 0 0 0,-2-1 0 0 0,-9 0 0 0 0,1-2 0 0 0,-2 10 0 0 0,5 4 0 0 0,5-1 0 0 0,-5-2 0 0 0,-4-4 0 0 0,2-3 0 0 0,1-1 0 0 0,3-2 0 0 0,0 4 0 0 0,13 2 0 0 0,19-1 0 0 0,23-2 0 0 0,15 0 0 0 0,15-2 0 0 0,7-1 0 0 0,2-1 0 0 0,3 0 0 0 0,-1 0 0 0 0,2 0 0 0 0,-2-1 0 0 0,2 1 0 0 0,-2 0 0 0 0,-4 0 0 0 0,2 0 0 0 0,-2 0 0 0 0,3 0 0 0 0,-2 0 0 0 0,3 0 0 0 0,-1 0 0 0 0,-3 0 0 0 0,1 0 0 0 0,-11 0 0 0 0,-17 0 0 0 0,-16 0 0 0 0,-18 0 0 0 0,-11 0 0 0 0,-11 0 0 0 0,-4 0 0 0 0,-4 0 0 0 0,0 0 0 0 0,4 0 0 0 0,-1 0 0 0 0,2 0 0 0 0,-2 0 0 0 0,-9 0 0 0 0,0 0 0 0 0,-1 0 0 0 0,4 0 0 0 0,5 0 0 0 0,0 0 0 0 0,3 0 0 0 0,-1 0 0 0 0,2 0 0 0 0,-3 0 0 0 0,2 0 0 0 0,2 0 0 0 0,-1 0 0 0 0,1 0 0 0 0,18 0 0 0 0,19 0 0 0 0,15-11 0 0 0,16-2 0 0 0,9-6 0 0 0,9 1 0 0 0,3 4 0 0 0,8-6 0 0 0,6 0 0 0 0,7 3 0 0 0,-1 0 0 0 0,2 2 0 0 0,1 5 0 0 0,3-8 0 0 0,-5 0 0 0 0,-3 3 0 0 0,2 4 0 0 0,-5-1 0 0 0,-7 1 0 0 0,-3-8 0 0 0,-5-1 0 0 0,-1 4 0 0 0,-12 4 0 0 0,-18 4 0 0 0,-22 3 0 0 0,-15 3 0 0 0,-9 2 0 0 0,-10 0 0 0 0,-4 1 0 0 0,-4 0 0 0 0,1-1 0 0 0,-3 1 0 0 0,-8-1 0 0 0,1 0 0 0 0,-6 1 0 0 0,3-1 0 0 0,-5 0 0 0 0,-1 0 0 0 0,6-1 0 0 0,-4 1 0 0 0,0 0 0 0 0,5 0 0 0 0,2 0 0 0 0,6 0 0 0 0,5 0 0 0 0,2 0 0 0 0,2 0 0 0 0,-2 0 0 0 0,1 0 0 0 0,18 0 0 0 0,19 0 0 0 0,21 0 0 0 0,13 0 0 0 0,7 0 0 0 0,8 0 0 0 0,2 0 0 0 0,3 0 0 0 0,0 0 0 0 0,6 0 0 0 0,5 0 0 0 0,-2 0 0 0 0,4 0 0 0 0,-2 0 0 0 0,4 0 0 0 0,1 0 0 0 0,-4 0 0 0 0,-2 0 0 0 0,-6 0 0 0 0,-1-5 0 0 0,-5-2 0 0 0,-4 1 0 0 0,1 0 0 0 0,-1 3 0 0 0,1 0 0 0 0,0 2 0 0 0,-18 0 0 0 0,-19 1 0 0 0,-20 1 0 0 0,-14-1 0 0 0,-7 11 0 0 0,-7 3 0 0 0,-3-1 0 0 0,-4-2 0 0 0,2 2 0 0 0,-8-2 0 0 0,-4-1 0 0 0,3-4 0 0 0,5 8 0 0 0,1 2 0 0 0,4-2 0 0 0,-1-4 0 0 0,3-3 0 0 0,-3 3 0 0 0,3-1 0 0 0,3-2 0 0 0,14-2 0 0 0,21-2 0 0 0,18-1 0 0 0,17-1 0 0 0,9-1 0 0 0,8-1 0 0 0,1 1 0 0 0,9-1 0 0 0,0 1 0 0 0,6 0 0 0 0,13 0 0 0 0,0 0 0 0 0,2 0 0 0 0,-2 0 0 0 0,-7 0 0 0 0,-1 0 0 0 0,-6 0 0 0 0,2 0 0 0 0,1 0 0 0 0,-5 0 0 0 0,-3 0 0 0 0,-5 0 0 0 0,0 0 0 0 0,-5 0 0 0 0,-10 5 0 0 0,-21 2 0 0 0,-18 0 0 0 0,-20-2 0 0 0,-10-1 0 0 0,-11 8 0 0 0,-3 4 0 0 0,2-3 0 0 0,-3-2 0 0 0,3-4 0 0 0,-3-2 0 0 0,3-3 0 0 0,-7 4 0 0 0,-6 1 0 0 0,-7-1 0 0 0,1-1 0 0 0,-4-2 0 0 0,-1-1 0 0 0,6 9 0 0 0,9 3 0 0 0,3-1 0 0 0,5-2 0 0 0,-1-4 0 0 0,4-3 0 0 0,3-1 0 0 0,-2-2 0 0 0,1-1 0 0 0,18-1 0 0 0,18 0 0 0 0,15 1 0 0 0,16-1 0 0 0,9 1 0 0 0,9 0 0 0 0,3-5 0 0 0,-3-2 0 0 0,3 0 0 0 0,-2 2 0 0 0,2-4 0 0 0,9-1 0 0 0,-1 3 0 0 0,2 1 0 0 0,6 2 0 0 0,-2 2 0 0 0,-6 1 0 0 0,-3-5 0 0 0,7 0 0 0 0,-3-1 0 0 0,1 3 0 0 0,-6 0 0 0 0,1 2 0 0 0,-5-10 0 0 0,-20-2 0 0 0,-19 1 0 0 0,-23 3 0 0 0,-13 2 0 0 0,-13 4 0 0 0,-4 2 0 0 0,0 1 0 0 0,-2 1 0 0 0,1 0 0 0 0,-2 1 0 0 0,2-1 0 0 0,3 1 0 0 0,0-1 0 0 0,0 0 0 0 0,-1 1 0 0 0,-10-1 0 0 0,-1 0 0 0 0,-6 0 0 0 0,-4 0 0 0 0,4 0 0 0 0,8-1 0 0 0,-4 1 0 0 0,-1 0 0 0 0,2 0 0 0 0,2 0 0 0 0,4 0 0 0 0,0 0 0 0 0,4 0 0 0 0,4 0 0 0 0,-1 0 0 0 0,1 0 0 0 0,19 0 0 0 0,13-5 0 0 0,13-2 0 0 0,12 1 0 0 0,13 0 0 0 0,8 3 0 0 0,7 0 0 0 0,3 2 0 0 0,3-10 0 0 0,-2-3 0 0 0,-3 1 0 0 0,2 3 0 0 0,-3 2 0 0 0,-8-1 0 0 0,1-1 0 0 0,-2 3 0 0 0,-16 2 0 0 0,-16 1 0 0 0,-20 3 0 0 0,-11 0 0 0 0,-6 1 0 0 0,-8 0 0 0 0,-2 1 0 0 0,-3-1 0 0 0,1 0 0 0 0,-2 1 0 0 0,2-1 0 0 0,10 10 0 0 0,5 4 0 0 0,-3-1 0 0 0,1-2 0 0 0,-6-3 0 0 0,0 2 0 0 0,17-1 0 0 0,17-1 0 0 0,20-3 0 0 0,13-2 0 0 0,8-1 0 0 0,7-1 0 0 0,3-12 0 0 0,3-3 0 0 0,-1 0 0 0 0,2 3 0 0 0,-2-2 0 0 0,-4 1 0 0 0,2 3 0 0 0,-3 3 0 0 0,3 2 0 0 0,-1 2 0 0 0,-9-4 0 0 0,-4-1 0 0 0,-13 1 0 0 0,-20 1 0 0 0,-15 2 0 0 0,-15 1 0 0 0,-7 1 0 0 0,-2 1 0 0 0,-5 0 0 0 0,0 5 0 0 0,-2 3 0 0 0,2-2 0 0 0,-2 0 0 0 0,7 8 0 0 0,16 3 0 0 0,18-3 0 0 0,19-3 0 0 0,15-3 0 0 0,11-4 0 0 0,6-1 0 0 0,0-3 0 0 0,3 0 0 0 0,-7 5 0 0 0,-4 1 0 0 0,-9 0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761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890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116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83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617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45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1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6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15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823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67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4304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319120" y="745440"/>
            <a:ext cx="11502199" cy="3559859"/>
          </a:xfrm>
        </p:spPr>
        <p:txBody>
          <a:bodyPr/>
          <a:lstStyle/>
          <a:p>
            <a:r>
              <a:rPr lang="tr-TR" dirty="0"/>
              <a:t>Sosyal Medyada</a:t>
            </a:r>
            <a:br>
              <a:rPr lang="tr-TR" dirty="0"/>
            </a:br>
            <a:r>
              <a:rPr lang="tr-TR" dirty="0"/>
              <a:t>Çocuk</a:t>
            </a:r>
            <a:br>
              <a:rPr lang="tr-TR" dirty="0"/>
            </a:br>
            <a:r>
              <a:rPr lang="tr-TR" dirty="0"/>
              <a:t>Güvenliği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sz="1800" dirty="0"/>
              <a:t>Muhammed Burak Aksu</a:t>
            </a:r>
          </a:p>
          <a:p>
            <a:r>
              <a:rPr lang="tr-TR" sz="1800" dirty="0"/>
              <a:t>360125013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9C864D-A752-D8B6-625D-04A1CCFE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Konu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5FA959C-756A-5E7B-C489-7F351462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sz="2000" dirty="0">
                <a:latin typeface="Aptos Display"/>
              </a:rPr>
              <a:t>Sosyal medyada çocukların karşısına uygunsuz içerikler çıkması, bunun çocuk psikolojisine etkisi araştırılacaktır.</a:t>
            </a:r>
          </a:p>
          <a:p>
            <a:r>
              <a:rPr lang="tr-TR" sz="2000">
                <a:latin typeface="Aptos Display"/>
              </a:rPr>
              <a:t>Bu konunun önemli olma sebebi: Sosyal medyanın yaygınlaşmasıyla çocukların sosyal medya kullanım süreleri artmıştır. Bu durum çocukların istenmeyen uygunsuz içeriklere maruz kalmalarına bu da psikolojik gelişimlerinde olumsuzluklar ortaya çıkmasına sebep olmuştur. </a:t>
            </a:r>
            <a:endParaRPr lang="tr-TR" sz="2000" dirty="0">
              <a:latin typeface="Aptos Display"/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DA03784-8D6A-C49F-32EA-911E8A06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BFC5-1283-4FA8-BBA6-51727E504D4B}" type="datetime1">
              <a:t>2.11.2025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81A86FA-F8B9-7AAC-82BD-7031381F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982D1ED-1303-3F14-1309-EC59C52C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Mürekkep 7">
                <a:extLst>
                  <a:ext uri="{FF2B5EF4-FFF2-40B4-BE49-F238E27FC236}">
                    <a16:creationId xmlns:a16="http://schemas.microsoft.com/office/drawing/2014/main" id="{4C5CD477-001F-2C97-2D00-F7EB4E6EDF54}"/>
                  </a:ext>
                </a:extLst>
              </p14:cNvPr>
              <p14:cNvContentPartPr/>
              <p14:nvPr/>
            </p14:nvContentPartPr>
            <p14:xfrm>
              <a:off x="207724" y="142647"/>
              <a:ext cx="771610" cy="178546"/>
            </p14:xfrm>
          </p:contentPart>
        </mc:Choice>
        <mc:Fallback>
          <p:pic>
            <p:nvPicPr>
              <p:cNvPr id="8" name="Mürekkep 7">
                <a:extLst>
                  <a:ext uri="{FF2B5EF4-FFF2-40B4-BE49-F238E27FC236}">
                    <a16:creationId xmlns:a16="http://schemas.microsoft.com/office/drawing/2014/main" id="{4C5CD477-001F-2C97-2D00-F7EB4E6EDF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729" y="125044"/>
                <a:ext cx="807239" cy="21411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3473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B8082C-A55B-4330-165B-E93C28C9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Anahtar Kelimeler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0086331-77BE-41DC-75E9-5B51D177C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sz="2200" dirty="0">
                <a:latin typeface="Aptos Display"/>
              </a:rPr>
              <a:t>"Algoritma, Çocuk Psikolojisi, Sosyal Medya, Ebeveyn Kontrolü"</a:t>
            </a:r>
          </a:p>
          <a:p>
            <a:r>
              <a:rPr lang="tr-TR" sz="2200" dirty="0">
                <a:latin typeface="Aptos Display"/>
                <a:ea typeface="+mn-lt"/>
                <a:cs typeface="+mn-lt"/>
              </a:rPr>
              <a:t>Algoritma: kullanıcının ilgisine, beğenilerine, geçmiş etkileşimlerine göre içerikleri sıralayan bir sistemdir. Algoritmanın amacı, kullanıcının platformda daha uzun süre kalmasını ve daha çok etkileşimde bulunmasını sağlamaktır.</a:t>
            </a:r>
            <a:endParaRPr lang="tr-TR" sz="2200" dirty="0">
              <a:latin typeface="Aptos Display"/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EC379F0-CDA3-B8C2-665A-45447191C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AF547-4156-43C6-9AE7-56D47E9B36AF}" type="datetime1">
              <a:t>2.11.2025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53BCEDE-2369-747D-FD17-E90313D5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F2689-6BA1-7706-C076-F2C06260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Mürekkep 6">
                <a:extLst>
                  <a:ext uri="{FF2B5EF4-FFF2-40B4-BE49-F238E27FC236}">
                    <a16:creationId xmlns:a16="http://schemas.microsoft.com/office/drawing/2014/main" id="{DD9506CA-8958-CA01-D6FF-CD53831D32B2}"/>
                  </a:ext>
                </a:extLst>
              </p14:cNvPr>
              <p14:cNvContentPartPr/>
              <p14:nvPr/>
            </p14:nvContentPartPr>
            <p14:xfrm>
              <a:off x="284250" y="142966"/>
              <a:ext cx="833092" cy="167193"/>
            </p14:xfrm>
          </p:contentPart>
        </mc:Choice>
        <mc:Fallback>
          <p:pic>
            <p:nvPicPr>
              <p:cNvPr id="7" name="Mürekkep 6">
                <a:extLst>
                  <a:ext uri="{FF2B5EF4-FFF2-40B4-BE49-F238E27FC236}">
                    <a16:creationId xmlns:a16="http://schemas.microsoft.com/office/drawing/2014/main" id="{DD9506CA-8958-CA01-D6FF-CD53831D32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257" y="124988"/>
                <a:ext cx="868719" cy="20278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6746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BA43A1-B756-33F7-B45E-AA643EF96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87" y="-2098"/>
            <a:ext cx="9956747" cy="1438780"/>
          </a:xfrm>
        </p:spPr>
        <p:txBody>
          <a:bodyPr/>
          <a:lstStyle/>
          <a:p>
            <a:r>
              <a:rPr lang="tr-TR" dirty="0"/>
              <a:t>Literatür taraması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0616C0-1156-3362-25A4-A18E8FF79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1709881"/>
            <a:ext cx="9956747" cy="5762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 err="1">
                <a:ea typeface="+mn-lt"/>
                <a:cs typeface="+mn-lt"/>
              </a:rPr>
              <a:t>The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Use</a:t>
            </a:r>
            <a:r>
              <a:rPr lang="tr-TR" dirty="0">
                <a:ea typeface="+mn-lt"/>
                <a:cs typeface="+mn-lt"/>
              </a:rPr>
              <a:t> of </a:t>
            </a:r>
            <a:r>
              <a:rPr lang="tr-TR" dirty="0" err="1">
                <a:ea typeface="+mn-lt"/>
                <a:cs typeface="+mn-lt"/>
              </a:rPr>
              <a:t>Social</a:t>
            </a:r>
            <a:r>
              <a:rPr lang="tr-TR" dirty="0">
                <a:ea typeface="+mn-lt"/>
                <a:cs typeface="+mn-lt"/>
              </a:rPr>
              <a:t> Media in </a:t>
            </a:r>
            <a:r>
              <a:rPr lang="tr-TR" dirty="0" err="1">
                <a:ea typeface="+mn-lt"/>
                <a:cs typeface="+mn-lt"/>
              </a:rPr>
              <a:t>Children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Adolescents</a:t>
            </a:r>
            <a:r>
              <a:rPr lang="tr-TR" dirty="0">
                <a:ea typeface="+mn-lt"/>
                <a:cs typeface="+mn-lt"/>
              </a:rPr>
              <a:t> — E. </a:t>
            </a:r>
            <a:r>
              <a:rPr lang="tr-TR" dirty="0" err="1">
                <a:ea typeface="+mn-lt"/>
                <a:cs typeface="+mn-lt"/>
              </a:rPr>
              <a:t>Bozzola</a:t>
            </a:r>
            <a:r>
              <a:rPr lang="tr-TR" dirty="0">
                <a:ea typeface="+mn-lt"/>
                <a:cs typeface="+mn-lt"/>
              </a:rPr>
              <a:t> (2022)</a:t>
            </a:r>
            <a:endParaRPr lang="tr-TR" dirty="0">
              <a:solidFill>
                <a:srgbClr val="FFFFFF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(Sosyal medya kullanımının çocuk ve ergenler üzerindeki psikolojik sonuçları)</a:t>
            </a:r>
          </a:p>
          <a:p>
            <a:r>
              <a:rPr lang="tr-TR" dirty="0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Problematic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social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media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use</a:t>
            </a:r>
            <a:r>
              <a:rPr lang="tr-TR" dirty="0">
                <a:ea typeface="+mn-lt"/>
                <a:cs typeface="+mn-lt"/>
              </a:rPr>
              <a:t> in </a:t>
            </a:r>
            <a:r>
              <a:rPr lang="tr-TR" err="1">
                <a:ea typeface="+mn-lt"/>
                <a:cs typeface="+mn-lt"/>
              </a:rPr>
              <a:t>childhood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adolescence</a:t>
            </a:r>
            <a:r>
              <a:rPr lang="tr-TR" dirty="0">
                <a:ea typeface="+mn-lt"/>
                <a:cs typeface="+mn-lt"/>
              </a:rPr>
              <a:t> — C. </a:t>
            </a:r>
            <a:r>
              <a:rPr lang="tr-TR" err="1">
                <a:ea typeface="+mn-lt"/>
                <a:cs typeface="+mn-lt"/>
              </a:rPr>
              <a:t>Montag</a:t>
            </a:r>
            <a:r>
              <a:rPr lang="tr-TR" dirty="0">
                <a:ea typeface="+mn-lt"/>
                <a:cs typeface="+mn-lt"/>
              </a:rPr>
              <a:t> (2024) </a:t>
            </a:r>
          </a:p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(Sosyal medyanın kontrolsüz kullanımının ruh sağlığına etkisi)</a:t>
            </a:r>
          </a:p>
          <a:p>
            <a:r>
              <a:rPr lang="tr-TR" dirty="0">
                <a:ea typeface="+mn-lt"/>
                <a:cs typeface="+mn-lt"/>
              </a:rPr>
              <a:t>Online </a:t>
            </a:r>
            <a:r>
              <a:rPr lang="tr-TR" dirty="0" err="1">
                <a:ea typeface="+mn-lt"/>
                <a:cs typeface="+mn-lt"/>
              </a:rPr>
              <a:t>risks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parental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mediation</a:t>
            </a:r>
            <a:r>
              <a:rPr lang="tr-TR" dirty="0">
                <a:ea typeface="+mn-lt"/>
                <a:cs typeface="+mn-lt"/>
              </a:rPr>
              <a:t> in </a:t>
            </a:r>
            <a:r>
              <a:rPr lang="tr-TR" dirty="0" err="1">
                <a:ea typeface="+mn-lt"/>
                <a:cs typeface="+mn-lt"/>
              </a:rPr>
              <a:t>social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media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usage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among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children</a:t>
            </a:r>
            <a:r>
              <a:rPr lang="tr-TR" dirty="0">
                <a:ea typeface="+mn-lt"/>
                <a:cs typeface="+mn-lt"/>
              </a:rPr>
              <a:t> — E. </a:t>
            </a:r>
            <a:r>
              <a:rPr lang="tr-TR" dirty="0" err="1">
                <a:ea typeface="+mn-lt"/>
                <a:cs typeface="+mn-lt"/>
              </a:rPr>
              <a:t>Youssef</a:t>
            </a:r>
            <a:r>
              <a:rPr lang="tr-TR" dirty="0">
                <a:ea typeface="+mn-lt"/>
                <a:cs typeface="+mn-lt"/>
              </a:rPr>
              <a:t> (2025) </a:t>
            </a:r>
          </a:p>
          <a:p>
            <a:pPr marL="0" indent="0">
              <a:buNone/>
            </a:pPr>
            <a:r>
              <a:rPr lang="tr-TR" dirty="0"/>
              <a:t>(Çocukların sosyal medya kullanımında maruz kalma yoğunluğu)</a:t>
            </a:r>
          </a:p>
          <a:p>
            <a:r>
              <a:rPr lang="tr-TR" dirty="0" err="1">
                <a:ea typeface="+mn-lt"/>
                <a:cs typeface="+mn-lt"/>
              </a:rPr>
              <a:t>Hiding</a:t>
            </a:r>
            <a:r>
              <a:rPr lang="tr-TR" dirty="0">
                <a:ea typeface="+mn-lt"/>
                <a:cs typeface="+mn-lt"/>
              </a:rPr>
              <a:t> in </a:t>
            </a:r>
            <a:r>
              <a:rPr lang="tr-TR" dirty="0" err="1">
                <a:ea typeface="+mn-lt"/>
                <a:cs typeface="+mn-lt"/>
              </a:rPr>
              <a:t>Plain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Sight</a:t>
            </a:r>
            <a:r>
              <a:rPr lang="tr-TR" dirty="0">
                <a:ea typeface="+mn-lt"/>
                <a:cs typeface="+mn-lt"/>
              </a:rPr>
              <a:t>: A </a:t>
            </a:r>
            <a:r>
              <a:rPr lang="tr-TR" dirty="0" err="1">
                <a:ea typeface="+mn-lt"/>
                <a:cs typeface="+mn-lt"/>
              </a:rPr>
              <a:t>Measurement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Analysis of Kids' </a:t>
            </a:r>
            <a:r>
              <a:rPr lang="tr-TR" dirty="0" err="1">
                <a:ea typeface="+mn-lt"/>
                <a:cs typeface="+mn-lt"/>
              </a:rPr>
              <a:t>Exposure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to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Malicious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URLs</a:t>
            </a:r>
            <a:r>
              <a:rPr lang="tr-TR" dirty="0">
                <a:ea typeface="+mn-lt"/>
                <a:cs typeface="+mn-lt"/>
              </a:rPr>
              <a:t> on YouTube — Sultan </a:t>
            </a:r>
            <a:r>
              <a:rPr lang="tr-TR" dirty="0" err="1">
                <a:ea typeface="+mn-lt"/>
                <a:cs typeface="+mn-lt"/>
              </a:rPr>
              <a:t>Alshamrani</a:t>
            </a:r>
            <a:r>
              <a:rPr lang="tr-TR" dirty="0">
                <a:solidFill>
                  <a:srgbClr val="FFFFFF"/>
                </a:solidFill>
                <a:ea typeface="+mn-lt"/>
                <a:cs typeface="+mn-lt"/>
              </a:rPr>
              <a:t>, </a:t>
            </a:r>
            <a:r>
              <a:rPr lang="tr-TR" dirty="0">
                <a:ea typeface="+mn-lt"/>
                <a:cs typeface="+mn-lt"/>
              </a:rPr>
              <a:t>Ahmed </a:t>
            </a:r>
            <a:r>
              <a:rPr lang="tr-TR" dirty="0" err="1">
                <a:ea typeface="+mn-lt"/>
                <a:cs typeface="+mn-lt"/>
              </a:rPr>
              <a:t>Abusnaina</a:t>
            </a:r>
            <a:r>
              <a:rPr lang="tr-TR" dirty="0">
                <a:solidFill>
                  <a:srgbClr val="FFFFFF"/>
                </a:solidFill>
                <a:ea typeface="+mn-lt"/>
                <a:cs typeface="+mn-lt"/>
              </a:rPr>
              <a:t>, </a:t>
            </a:r>
            <a:r>
              <a:rPr lang="tr-TR" dirty="0">
                <a:ea typeface="+mn-lt"/>
                <a:cs typeface="+mn-lt"/>
              </a:rPr>
              <a:t>David </a:t>
            </a:r>
            <a:r>
              <a:rPr lang="tr-TR" dirty="0" err="1">
                <a:ea typeface="+mn-lt"/>
                <a:cs typeface="+mn-lt"/>
              </a:rPr>
              <a:t>Mohaisen</a:t>
            </a:r>
            <a:r>
              <a:rPr lang="tr-TR" dirty="0">
                <a:ea typeface="+mn-lt"/>
                <a:cs typeface="+mn-lt"/>
              </a:rPr>
              <a:t> (2020) </a:t>
            </a:r>
          </a:p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(Çocukların yalnızca video içeriğiyle değil, yorumlardaki yönlendirmelerle de zarara açık olduğu)</a:t>
            </a:r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2B16E09-8799-37E0-924C-FE6B2799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9861-A63E-49F2-9426-2B6CB601D24B}" type="datetime1">
              <a:t>2.11.2025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4FE9CAC-D304-A44B-AF60-E1714160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656EAF7-510C-7F5C-A90C-4B6E1D76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Mürekkep 6">
                <a:extLst>
                  <a:ext uri="{FF2B5EF4-FFF2-40B4-BE49-F238E27FC236}">
                    <a16:creationId xmlns:a16="http://schemas.microsoft.com/office/drawing/2014/main" id="{9C74968F-1AA2-DB3C-8A9A-9C4E29371D72}"/>
                  </a:ext>
                </a:extLst>
              </p14:cNvPr>
              <p14:cNvContentPartPr/>
              <p14:nvPr/>
            </p14:nvContentPartPr>
            <p14:xfrm>
              <a:off x="318794" y="114155"/>
              <a:ext cx="849644" cy="177623"/>
            </p14:xfrm>
          </p:contentPart>
        </mc:Choice>
        <mc:Fallback>
          <p:pic>
            <p:nvPicPr>
              <p:cNvPr id="7" name="Mürekkep 6">
                <a:extLst>
                  <a:ext uri="{FF2B5EF4-FFF2-40B4-BE49-F238E27FC236}">
                    <a16:creationId xmlns:a16="http://schemas.microsoft.com/office/drawing/2014/main" id="{9C74968F-1AA2-DB3C-8A9A-9C4E29371D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0801" y="96537"/>
                <a:ext cx="885271" cy="2132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060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02FEF8-E788-7F75-2DDE-8B6358AD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87" y="-319598"/>
            <a:ext cx="9956747" cy="1438780"/>
          </a:xfrm>
        </p:spPr>
        <p:txBody>
          <a:bodyPr/>
          <a:lstStyle/>
          <a:p>
            <a:r>
              <a:rPr lang="tr-TR" dirty="0"/>
              <a:t>Kaynakça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2474ABA-B4E4-CC54-A9A9-1370505B2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1278081"/>
            <a:ext cx="9956747" cy="552118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tr-TR" dirty="0"/>
              <a:t>E. </a:t>
            </a:r>
            <a:r>
              <a:rPr lang="tr-TR" dirty="0" err="1"/>
              <a:t>Bozzola</a:t>
            </a:r>
            <a:r>
              <a:rPr lang="tr-TR" dirty="0"/>
              <a:t>, M. </a:t>
            </a:r>
            <a:r>
              <a:rPr lang="tr-TR" dirty="0" err="1"/>
              <a:t>Spina</a:t>
            </a:r>
            <a:r>
              <a:rPr lang="tr-TR" dirty="0"/>
              <a:t>, S. </a:t>
            </a:r>
            <a:r>
              <a:rPr lang="tr-TR" dirty="0" err="1"/>
              <a:t>Agostiniani</a:t>
            </a:r>
            <a:r>
              <a:rPr lang="tr-TR" dirty="0"/>
              <a:t>, G. </a:t>
            </a:r>
            <a:r>
              <a:rPr lang="tr-TR" dirty="0" err="1"/>
              <a:t>Barni</a:t>
            </a:r>
            <a:r>
              <a:rPr lang="tr-TR" dirty="0"/>
              <a:t>, ve G. </a:t>
            </a:r>
            <a:r>
              <a:rPr lang="tr-TR" dirty="0" err="1"/>
              <a:t>Villani</a:t>
            </a:r>
            <a:r>
              <a:rPr lang="tr-TR" dirty="0"/>
              <a:t>, “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of </a:t>
            </a:r>
            <a:r>
              <a:rPr lang="tr-TR" dirty="0" err="1"/>
              <a:t>Social</a:t>
            </a:r>
            <a:r>
              <a:rPr lang="tr-TR" dirty="0"/>
              <a:t> Media in </a:t>
            </a:r>
            <a:r>
              <a:rPr lang="tr-TR" dirty="0" err="1"/>
              <a:t>Children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Adolescents</a:t>
            </a:r>
            <a:r>
              <a:rPr lang="tr-TR" dirty="0"/>
              <a:t>,” </a:t>
            </a:r>
            <a:r>
              <a:rPr lang="tr-TR" dirty="0" err="1"/>
              <a:t>Italian</a:t>
            </a:r>
            <a:r>
              <a:rPr lang="tr-TR" dirty="0"/>
              <a:t> </a:t>
            </a:r>
            <a:r>
              <a:rPr lang="tr-TR" dirty="0" err="1"/>
              <a:t>Journal</a:t>
            </a:r>
            <a:r>
              <a:rPr lang="tr-TR" dirty="0"/>
              <a:t> of </a:t>
            </a:r>
            <a:r>
              <a:rPr lang="tr-TR" dirty="0" err="1"/>
              <a:t>Pediatrics</a:t>
            </a:r>
            <a:r>
              <a:rPr lang="tr-TR" dirty="0"/>
              <a:t>, </a:t>
            </a:r>
            <a:r>
              <a:rPr lang="tr-TR" dirty="0" err="1"/>
              <a:t>vol</a:t>
            </a:r>
            <a:r>
              <a:rPr lang="tr-TR" dirty="0"/>
              <a:t>. 48, </a:t>
            </a:r>
            <a:r>
              <a:rPr lang="tr-TR" dirty="0" err="1"/>
              <a:t>no</a:t>
            </a:r>
            <a:r>
              <a:rPr lang="tr-TR" dirty="0"/>
              <a:t>. 1, p. 75, 2022.</a:t>
            </a:r>
          </a:p>
          <a:p>
            <a:pPr>
              <a:lnSpc>
                <a:spcPct val="100000"/>
              </a:lnSpc>
            </a:pPr>
            <a:r>
              <a:rPr lang="tr-TR" dirty="0"/>
              <a:t>C. </a:t>
            </a:r>
            <a:r>
              <a:rPr lang="tr-TR" dirty="0" err="1"/>
              <a:t>Montag</a:t>
            </a:r>
            <a:r>
              <a:rPr lang="tr-TR" dirty="0"/>
              <a:t>, “</a:t>
            </a:r>
            <a:r>
              <a:rPr lang="tr-TR" dirty="0" err="1"/>
              <a:t>Problematic</a:t>
            </a:r>
            <a:r>
              <a:rPr lang="tr-TR" dirty="0"/>
              <a:t> </a:t>
            </a:r>
            <a:r>
              <a:rPr lang="tr-TR" dirty="0" err="1"/>
              <a:t>Social</a:t>
            </a:r>
            <a:r>
              <a:rPr lang="tr-TR" dirty="0"/>
              <a:t> Media </a:t>
            </a:r>
            <a:r>
              <a:rPr lang="tr-TR" dirty="0" err="1"/>
              <a:t>Use</a:t>
            </a:r>
            <a:r>
              <a:rPr lang="tr-TR" dirty="0"/>
              <a:t> in </a:t>
            </a:r>
            <a:r>
              <a:rPr lang="tr-TR" dirty="0" err="1"/>
              <a:t>Childhood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Adolescence</a:t>
            </a:r>
            <a:r>
              <a:rPr lang="tr-TR" dirty="0"/>
              <a:t>,”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Opinion</a:t>
            </a:r>
            <a:r>
              <a:rPr lang="tr-TR" dirty="0"/>
              <a:t> in </a:t>
            </a:r>
            <a:r>
              <a:rPr lang="tr-TR" dirty="0" err="1"/>
              <a:t>Psychology</a:t>
            </a:r>
            <a:r>
              <a:rPr lang="tr-TR" dirty="0"/>
              <a:t>, </a:t>
            </a:r>
            <a:r>
              <a:rPr lang="tr-TR" dirty="0" err="1"/>
              <a:t>vol</a:t>
            </a:r>
            <a:r>
              <a:rPr lang="tr-TR" dirty="0"/>
              <a:t>. 58, 2024.</a:t>
            </a:r>
          </a:p>
          <a:p>
            <a:pPr>
              <a:lnSpc>
                <a:spcPct val="100000"/>
              </a:lnSpc>
            </a:pPr>
            <a:r>
              <a:rPr lang="tr-TR" dirty="0"/>
              <a:t>E. </a:t>
            </a:r>
            <a:r>
              <a:rPr lang="tr-TR" dirty="0" err="1"/>
              <a:t>Youssef</a:t>
            </a:r>
            <a:r>
              <a:rPr lang="tr-TR" dirty="0"/>
              <a:t>, L. De </a:t>
            </a:r>
            <a:r>
              <a:rPr lang="tr-TR" dirty="0" err="1"/>
              <a:t>Moor</a:t>
            </a:r>
            <a:r>
              <a:rPr lang="tr-TR" dirty="0"/>
              <a:t>, J. De </a:t>
            </a:r>
            <a:r>
              <a:rPr lang="tr-TR" dirty="0" err="1"/>
              <a:t>Marez</a:t>
            </a:r>
            <a:r>
              <a:rPr lang="tr-TR" dirty="0"/>
              <a:t>, ve S. </a:t>
            </a:r>
            <a:r>
              <a:rPr lang="tr-TR" dirty="0" err="1"/>
              <a:t>Vandebosch</a:t>
            </a:r>
            <a:r>
              <a:rPr lang="tr-TR" dirty="0"/>
              <a:t>, “Online </a:t>
            </a:r>
            <a:r>
              <a:rPr lang="tr-TR" dirty="0" err="1"/>
              <a:t>Risks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Parental</a:t>
            </a:r>
            <a:r>
              <a:rPr lang="tr-TR" dirty="0"/>
              <a:t> </a:t>
            </a:r>
            <a:r>
              <a:rPr lang="tr-TR" dirty="0" err="1"/>
              <a:t>Mediation</a:t>
            </a:r>
            <a:r>
              <a:rPr lang="tr-TR" dirty="0"/>
              <a:t> in </a:t>
            </a:r>
            <a:r>
              <a:rPr lang="tr-TR" dirty="0" err="1"/>
              <a:t>Social</a:t>
            </a:r>
            <a:r>
              <a:rPr lang="tr-TR" dirty="0"/>
              <a:t> Media </a:t>
            </a:r>
            <a:r>
              <a:rPr lang="tr-TR" dirty="0" err="1"/>
              <a:t>Usage</a:t>
            </a:r>
            <a:r>
              <a:rPr lang="tr-TR" dirty="0"/>
              <a:t> </a:t>
            </a:r>
            <a:r>
              <a:rPr lang="tr-TR" dirty="0" err="1"/>
              <a:t>among</a:t>
            </a:r>
            <a:r>
              <a:rPr lang="tr-TR" dirty="0"/>
              <a:t> </a:t>
            </a:r>
            <a:r>
              <a:rPr lang="tr-TR" dirty="0" err="1"/>
              <a:t>Children</a:t>
            </a:r>
            <a:r>
              <a:rPr lang="tr-TR" dirty="0"/>
              <a:t>,” </a:t>
            </a:r>
            <a:r>
              <a:rPr lang="tr-TR" dirty="0" err="1"/>
              <a:t>Telematics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Informatics</a:t>
            </a:r>
            <a:r>
              <a:rPr lang="tr-TR" dirty="0"/>
              <a:t> </a:t>
            </a:r>
            <a:r>
              <a:rPr lang="tr-TR" dirty="0" err="1"/>
              <a:t>Reports</a:t>
            </a:r>
            <a:r>
              <a:rPr lang="tr-TR" dirty="0"/>
              <a:t>, </a:t>
            </a:r>
            <a:r>
              <a:rPr lang="tr-TR" dirty="0" err="1"/>
              <a:t>vol</a:t>
            </a:r>
            <a:r>
              <a:rPr lang="tr-TR" dirty="0"/>
              <a:t>. 15, 2025.</a:t>
            </a:r>
          </a:p>
          <a:p>
            <a:pPr>
              <a:lnSpc>
                <a:spcPct val="100000"/>
              </a:lnSpc>
            </a:pPr>
            <a:r>
              <a:rPr lang="tr-TR" dirty="0"/>
              <a:t>A. </a:t>
            </a:r>
            <a:r>
              <a:rPr lang="tr-TR" dirty="0" err="1"/>
              <a:t>Alshamrani</a:t>
            </a:r>
            <a:r>
              <a:rPr lang="tr-TR" dirty="0"/>
              <a:t>, P. Gill, ve A. Kumar, “</a:t>
            </a:r>
            <a:r>
              <a:rPr lang="tr-TR" dirty="0" err="1"/>
              <a:t>Hiding</a:t>
            </a:r>
            <a:r>
              <a:rPr lang="tr-TR" dirty="0"/>
              <a:t> in </a:t>
            </a:r>
            <a:r>
              <a:rPr lang="tr-TR" dirty="0" err="1"/>
              <a:t>Plain</a:t>
            </a:r>
            <a:r>
              <a:rPr lang="tr-TR" dirty="0"/>
              <a:t> </a:t>
            </a:r>
            <a:r>
              <a:rPr lang="tr-TR" dirty="0" err="1"/>
              <a:t>Sight</a:t>
            </a:r>
            <a:r>
              <a:rPr lang="tr-TR" dirty="0"/>
              <a:t>: A </a:t>
            </a:r>
            <a:r>
              <a:rPr lang="tr-TR" dirty="0" err="1"/>
              <a:t>Measurement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Analysis of Kids' </a:t>
            </a:r>
            <a:r>
              <a:rPr lang="tr-TR" dirty="0" err="1"/>
              <a:t>Exposure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Malicious</a:t>
            </a:r>
            <a:r>
              <a:rPr lang="tr-TR" dirty="0"/>
              <a:t> </a:t>
            </a:r>
            <a:r>
              <a:rPr lang="tr-TR" dirty="0" err="1"/>
              <a:t>URLs</a:t>
            </a:r>
            <a:r>
              <a:rPr lang="tr-TR" dirty="0"/>
              <a:t> on YouTube,” in </a:t>
            </a:r>
            <a:r>
              <a:rPr lang="tr-TR" dirty="0" err="1"/>
              <a:t>Proceedings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ACM Internet </a:t>
            </a:r>
            <a:r>
              <a:rPr lang="tr-TR" dirty="0" err="1"/>
              <a:t>Measurement</a:t>
            </a:r>
            <a:r>
              <a:rPr lang="tr-TR" dirty="0"/>
              <a:t> Conference (IMC), 2020, </a:t>
            </a:r>
            <a:r>
              <a:rPr lang="tr-TR" dirty="0" err="1"/>
              <a:t>pp</a:t>
            </a:r>
            <a:r>
              <a:rPr lang="tr-TR" dirty="0"/>
              <a:t>. 441–455.</a:t>
            </a:r>
          </a:p>
          <a:p>
            <a:pPr>
              <a:lnSpc>
                <a:spcPct val="100000"/>
              </a:lnSpc>
            </a:pPr>
            <a:r>
              <a:rPr lang="tr-TR" dirty="0"/>
              <a:t>J. </a:t>
            </a:r>
            <a:r>
              <a:rPr lang="tr-TR" dirty="0" err="1"/>
              <a:t>Xue</a:t>
            </a:r>
            <a:r>
              <a:rPr lang="tr-TR" dirty="0"/>
              <a:t>, M. </a:t>
            </a:r>
            <a:r>
              <a:rPr lang="tr-TR" dirty="0" err="1"/>
              <a:t>Papadopoulou</a:t>
            </a:r>
            <a:r>
              <a:rPr lang="tr-TR" dirty="0"/>
              <a:t>, A. </a:t>
            </a:r>
            <a:r>
              <a:rPr lang="tr-TR" dirty="0" err="1"/>
              <a:t>Rodrigues</a:t>
            </a:r>
            <a:r>
              <a:rPr lang="tr-TR" dirty="0"/>
              <a:t>, ve P. Gill, “</a:t>
            </a:r>
            <a:r>
              <a:rPr lang="tr-TR" dirty="0" err="1"/>
              <a:t>Catching</a:t>
            </a:r>
            <a:r>
              <a:rPr lang="tr-TR" dirty="0"/>
              <a:t> Dark </a:t>
            </a:r>
            <a:r>
              <a:rPr lang="tr-TR" dirty="0" err="1"/>
              <a:t>Signals</a:t>
            </a:r>
            <a:r>
              <a:rPr lang="tr-TR" dirty="0"/>
              <a:t> in </a:t>
            </a:r>
            <a:r>
              <a:rPr lang="tr-TR" dirty="0" err="1"/>
              <a:t>Algorithms</a:t>
            </a:r>
            <a:r>
              <a:rPr lang="tr-TR" dirty="0"/>
              <a:t>: </a:t>
            </a:r>
            <a:r>
              <a:rPr lang="tr-TR" dirty="0" err="1"/>
              <a:t>Unveiling</a:t>
            </a:r>
            <a:r>
              <a:rPr lang="tr-TR" dirty="0"/>
              <a:t> </a:t>
            </a:r>
            <a:r>
              <a:rPr lang="tr-TR" dirty="0" err="1"/>
              <a:t>Audiovisual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Thematic</a:t>
            </a:r>
            <a:r>
              <a:rPr lang="tr-TR" dirty="0"/>
              <a:t> </a:t>
            </a:r>
            <a:r>
              <a:rPr lang="tr-TR" dirty="0" err="1"/>
              <a:t>Markers</a:t>
            </a:r>
            <a:r>
              <a:rPr lang="tr-TR" dirty="0"/>
              <a:t> of </a:t>
            </a:r>
            <a:r>
              <a:rPr lang="tr-TR" dirty="0" err="1"/>
              <a:t>Unsafe</a:t>
            </a:r>
            <a:r>
              <a:rPr lang="tr-TR" dirty="0"/>
              <a:t> Content </a:t>
            </a:r>
            <a:r>
              <a:rPr lang="tr-TR" dirty="0" err="1"/>
              <a:t>Recommended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Children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Teenagers</a:t>
            </a:r>
            <a:r>
              <a:rPr lang="tr-TR" dirty="0"/>
              <a:t>,” </a:t>
            </a:r>
            <a:r>
              <a:rPr lang="tr-TR" dirty="0" err="1"/>
              <a:t>Computers</a:t>
            </a:r>
            <a:r>
              <a:rPr lang="tr-TR" dirty="0"/>
              <a:t> in Human </a:t>
            </a:r>
            <a:r>
              <a:rPr lang="tr-TR" dirty="0" err="1"/>
              <a:t>Behavior</a:t>
            </a:r>
            <a:r>
              <a:rPr lang="tr-TR" dirty="0"/>
              <a:t>, </a:t>
            </a:r>
            <a:r>
              <a:rPr lang="tr-TR" dirty="0" err="1"/>
              <a:t>vol</a:t>
            </a:r>
            <a:r>
              <a:rPr lang="tr-TR" dirty="0"/>
              <a:t>. 158, 2025.</a:t>
            </a:r>
          </a:p>
          <a:p>
            <a:pPr>
              <a:lnSpc>
                <a:spcPct val="100000"/>
              </a:lnSpc>
            </a:pPr>
            <a:r>
              <a:rPr lang="tr-TR" dirty="0"/>
              <a:t>D. Henderson et al., “YouTube </a:t>
            </a:r>
            <a:r>
              <a:rPr lang="tr-TR" dirty="0" err="1"/>
              <a:t>for</a:t>
            </a:r>
            <a:r>
              <a:rPr lang="tr-TR" dirty="0"/>
              <a:t> Young </a:t>
            </a:r>
            <a:r>
              <a:rPr lang="tr-TR" dirty="0" err="1"/>
              <a:t>Children</a:t>
            </a:r>
            <a:r>
              <a:rPr lang="tr-TR" dirty="0"/>
              <a:t>: </a:t>
            </a:r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Infants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Toddlers</a:t>
            </a:r>
            <a:r>
              <a:rPr lang="tr-TR" dirty="0"/>
              <a:t> </a:t>
            </a:r>
            <a:r>
              <a:rPr lang="tr-TR" dirty="0" err="1"/>
              <a:t>Watching</a:t>
            </a:r>
            <a:r>
              <a:rPr lang="tr-TR" dirty="0"/>
              <a:t> on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Most</a:t>
            </a:r>
            <a:r>
              <a:rPr lang="tr-TR" dirty="0"/>
              <a:t> Popular Video-</a:t>
            </a:r>
            <a:r>
              <a:rPr lang="tr-TR" dirty="0" err="1"/>
              <a:t>Sharing</a:t>
            </a:r>
            <a:r>
              <a:rPr lang="tr-TR" dirty="0"/>
              <a:t> </a:t>
            </a:r>
            <a:r>
              <a:rPr lang="tr-TR" dirty="0" err="1"/>
              <a:t>App</a:t>
            </a:r>
            <a:r>
              <a:rPr lang="tr-TR" dirty="0"/>
              <a:t>?,” </a:t>
            </a:r>
            <a:r>
              <a:rPr lang="tr-TR" dirty="0" err="1"/>
              <a:t>Frontiers</a:t>
            </a:r>
            <a:r>
              <a:rPr lang="tr-TR" dirty="0"/>
              <a:t> in </a:t>
            </a:r>
            <a:r>
              <a:rPr lang="tr-TR" dirty="0" err="1"/>
              <a:t>Developmental</a:t>
            </a:r>
            <a:r>
              <a:rPr lang="tr-TR" dirty="0"/>
              <a:t> </a:t>
            </a:r>
            <a:r>
              <a:rPr lang="tr-TR" dirty="0" err="1"/>
              <a:t>Psychology</a:t>
            </a:r>
            <a:r>
              <a:rPr lang="tr-TR" dirty="0"/>
              <a:t>, </a:t>
            </a:r>
            <a:r>
              <a:rPr lang="tr-TR" dirty="0" err="1"/>
              <a:t>vol</a:t>
            </a:r>
            <a:r>
              <a:rPr lang="tr-TR" dirty="0"/>
              <a:t>. 3, art. 1335922, 2024.</a:t>
            </a:r>
          </a:p>
          <a:p>
            <a:pPr>
              <a:lnSpc>
                <a:spcPct val="100000"/>
              </a:lnSpc>
            </a:pPr>
            <a:r>
              <a:rPr lang="tr-TR" dirty="0"/>
              <a:t>UNICEF </a:t>
            </a:r>
            <a:r>
              <a:rPr lang="tr-TR" dirty="0" err="1"/>
              <a:t>Innocenti</a:t>
            </a:r>
            <a:r>
              <a:rPr lang="tr-TR" dirty="0"/>
              <a:t>, </a:t>
            </a:r>
            <a:r>
              <a:rPr lang="tr-TR" dirty="0" err="1"/>
              <a:t>Childhood</a:t>
            </a:r>
            <a:r>
              <a:rPr lang="tr-TR" dirty="0"/>
              <a:t> in a </a:t>
            </a:r>
            <a:r>
              <a:rPr lang="tr-TR" dirty="0" err="1"/>
              <a:t>Digital</a:t>
            </a:r>
            <a:r>
              <a:rPr lang="tr-TR" dirty="0"/>
              <a:t> World: </a:t>
            </a:r>
            <a:r>
              <a:rPr lang="tr-TR" dirty="0" err="1"/>
              <a:t>Screen</a:t>
            </a:r>
            <a:r>
              <a:rPr lang="tr-TR" dirty="0"/>
              <a:t> Time, </a:t>
            </a:r>
            <a:r>
              <a:rPr lang="tr-TR" dirty="0" err="1"/>
              <a:t>Digital</a:t>
            </a:r>
            <a:r>
              <a:rPr lang="tr-TR" dirty="0"/>
              <a:t> </a:t>
            </a:r>
            <a:r>
              <a:rPr lang="tr-TR" dirty="0" err="1"/>
              <a:t>Skills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Mental</a:t>
            </a:r>
            <a:r>
              <a:rPr lang="tr-TR" dirty="0"/>
              <a:t> </a:t>
            </a:r>
            <a:r>
              <a:rPr lang="tr-TR" dirty="0" err="1"/>
              <a:t>Health</a:t>
            </a:r>
            <a:r>
              <a:rPr lang="tr-TR" dirty="0"/>
              <a:t>, UNICEF, 2025.</a:t>
            </a:r>
          </a:p>
          <a:p>
            <a:pPr>
              <a:lnSpc>
                <a:spcPct val="90000"/>
              </a:lnSpc>
            </a:pPr>
            <a:r>
              <a:rPr lang="tr-TR" dirty="0"/>
              <a:t>Ö. Garip, “Sosyal Medyada Çocuk: Çocuk YouTube Kanalları Örneği,” Akdeniz Üniversitesi Sosyal Bilimler Dergisi, </a:t>
            </a:r>
            <a:r>
              <a:rPr lang="tr-TR" dirty="0" err="1"/>
              <a:t>vol</a:t>
            </a:r>
            <a:r>
              <a:rPr lang="tr-TR" dirty="0"/>
              <a:t>. 14, </a:t>
            </a:r>
            <a:r>
              <a:rPr lang="tr-TR" dirty="0" err="1"/>
              <a:t>no</a:t>
            </a:r>
            <a:r>
              <a:rPr lang="tr-TR" dirty="0"/>
              <a:t>. 2, </a:t>
            </a:r>
            <a:r>
              <a:rPr lang="tr-TR" dirty="0" err="1"/>
              <a:t>pp</a:t>
            </a:r>
            <a:r>
              <a:rPr lang="tr-TR" dirty="0"/>
              <a:t>. 345–368, 2025.</a:t>
            </a:r>
          </a:p>
          <a:p>
            <a:pPr>
              <a:lnSpc>
                <a:spcPct val="90000"/>
              </a:lnSpc>
            </a:pPr>
            <a:r>
              <a:rPr lang="tr-TR" dirty="0"/>
              <a:t>Anonim, “Çocukların Ebeveynleri Tarafından Sosyal Medyada Paylaşılmasına Yönelik Çalışmaların İncelenmesi,” Dijital İletişim ve Çocuk Dergisi, </a:t>
            </a:r>
            <a:r>
              <a:rPr lang="tr-TR" dirty="0" err="1"/>
              <a:t>vol</a:t>
            </a:r>
            <a:r>
              <a:rPr lang="tr-TR" dirty="0"/>
              <a:t>. 3, </a:t>
            </a:r>
            <a:r>
              <a:rPr lang="tr-TR" dirty="0" err="1"/>
              <a:t>no</a:t>
            </a:r>
            <a:r>
              <a:rPr lang="tr-TR" dirty="0"/>
              <a:t>. 1, 2025.</a:t>
            </a:r>
          </a:p>
          <a:p>
            <a:pPr>
              <a:lnSpc>
                <a:spcPct val="100000"/>
              </a:lnSpc>
            </a:pPr>
            <a:endParaRPr lang="tr-TR" dirty="0"/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9EF77C5-FC4F-CAF7-2920-CD1F5754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ECDB-44BB-498C-8D53-FA5481CB7D25}" type="datetime1">
              <a:t>2.11.2025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9A0E834-0860-9077-732C-C430542A3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8CEB02B-CAD1-895B-433B-2D74AA5D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5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Mürekkep 6">
                <a:extLst>
                  <a:ext uri="{FF2B5EF4-FFF2-40B4-BE49-F238E27FC236}">
                    <a16:creationId xmlns:a16="http://schemas.microsoft.com/office/drawing/2014/main" id="{23B58386-43A2-D7D4-493C-B34C5A754345}"/>
                  </a:ext>
                </a:extLst>
              </p14:cNvPr>
              <p14:cNvContentPartPr/>
              <p14:nvPr/>
            </p14:nvContentPartPr>
            <p14:xfrm>
              <a:off x="382454" y="155916"/>
              <a:ext cx="877315" cy="154279"/>
            </p14:xfrm>
          </p:contentPart>
        </mc:Choice>
        <mc:Fallback>
          <p:pic>
            <p:nvPicPr>
              <p:cNvPr id="7" name="Mürekkep 6">
                <a:extLst>
                  <a:ext uri="{FF2B5EF4-FFF2-40B4-BE49-F238E27FC236}">
                    <a16:creationId xmlns:a16="http://schemas.microsoft.com/office/drawing/2014/main" id="{23B58386-43A2-D7D4-493C-B34C5A7543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461" y="137977"/>
                <a:ext cx="912940" cy="1897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3715539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6" baseType="lpstr">
      <vt:lpstr>DylanVTI</vt:lpstr>
      <vt:lpstr>Sosyal Medyada Çocuk Güvenliği</vt:lpstr>
      <vt:lpstr>Konu</vt:lpstr>
      <vt:lpstr>Anahtar Kelimeler</vt:lpstr>
      <vt:lpstr>Literatür taraması</vt:lpstr>
      <vt:lpstr>Kaynakça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123</cp:revision>
  <dcterms:created xsi:type="dcterms:W3CDTF">2025-11-02T12:37:33Z</dcterms:created>
  <dcterms:modified xsi:type="dcterms:W3CDTF">2025-11-02T13:14:20Z</dcterms:modified>
</cp:coreProperties>
</file>