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BC13DF-06D8-C0E7-235F-765173386B51}" v="95" dt="2025-11-02T12:35:44.288"/>
    <p1510:client id="{3E98EC20-114C-F21B-C11E-787BCE57E25B}" v="572" dt="2025-11-02T12:18:35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2:33:44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6420 1703 16383 0 0,'-5'0'0'0'0,"-12"0"0"0"0,-9 0 0 0 0,-10 0 0 0 0,-4 0 0 0 0,-6 0 0 0 0,0 0 0 0 0,2 0 0 0 0,-1 0 0 0 0,1 0 0 0 0,-2 0 0 0 0,1 0 0 0 0,4 5 0 0 0,-2 2 0 0 0,1 0 0 0 0,8 3 0 0 0,-1 1 0 0 0,10-2 0 0 0,16-3 0 0 0,19-1 0 0 0,13-3 0 0 0,8-1 0 0 0,9-1 0 0 0,3 0 0 0 0,5 0 0 0 0,-1-1 0 0 0,-3 1 0 0 0,1-1 0 0 0,-1 1 0 0 0,2 0 0 0 0,-2 0 0 0 0,2 0 0 0 0,-1 0 0 0 0,-19 10 0 0 0,-19 4 0 0 0,-21 0 0 0 0,-14-4 0 0 0,-12-2 0 0 0,-4 2 0 0 0,-1-1 0 0 0,-2-1 0 0 0,1-3 0 0 0,-2-1 0 0 0,2-3 0 0 0,4 0 0 0 0,-2-1 0 0 0,2 0 0 0 0,-3-1 0 0 0,1 1 0 0 0,9 5 0 0 0,-1 1 0 0 0,0 1 0 0 0,2-2 0 0 0,12-1 0 0 0,19-2 0 0 0,16 0 0 0 0,16-2 0 0 0,9 0 0 0 0,8 0 0 0 0,1 0 0 0 0,-2-1 0 0 0,2 1 0 0 0,-2 0 0 0 0,2 0 0 0 0,-2 0 0 0 0,-4 0 0 0 0,3 0 0 0 0,-2 0 0 0 0,2 0 0 0 0,0 0 0 0 0,2 0 0 0 0,-6-5 0 0 0,-6-2 0 0 0,-2 0 0 0 0,3 2 0 0 0,1 1 0 0 0,5 2 0 0 0,1 0 0 0 0,3 2 0 0 0,-6-11 0 0 0,-4-2 0 0 0,-18 0 0 0 0,-18 2 0 0 0,-19 4 0 0 0,-11 3 0 0 0,-11 1 0 0 0,-3-3 0 0 0,0-1 0 0 0,-2-10 0 0 0,1-1 0 0 0,-6 1 0 0 0,-6 5 0 0 0,2 3 0 0 0,1 4 0 0 0,3-2 0 0 0,7-1 0 0 0,-1 2 0 0 0,3 1 0 0 0,-1 2 0 0 0,0 1 0 0 0,-1 2 0 0 0,0 0 0 0 0,4 0 0 0 0,-2 0 0 0 0,1 0 0 0 0,8-5 0 0 0,-1-1 0 0 0,0-1 0 0 0,1 2 0 0 0,-4 1 0 0 0,-1 2 0 0 0,17 1 0 0 0,17 0 0 0 0,15 1 0 0 0,16 0 0 0 0,8 1 0 0 0,10-1 0 0 0,2 0 0 0 0,9 0 0 0 0,5 0 0 0 0,9 0 0 0 0,-3 0 0 0 0,4 0 0 0 0,-6 0 0 0 0,-2 0 0 0 0,-8 0 0 0 0,4 0 0 0 0,2 0 0 0 0,-4 0 0 0 0,-1 0 0 0 0,-5 0 0 0 0,-6 0 0 0 0,1 0 0 0 0,-3 0 0 0 0,3 0 0 0 0,-2 0 0 0 0,-3 0 0 0 0,-13 0 0 0 0,-22 0 0 0 0,-17 0 0 0 0,-16 0 0 0 0,-10 0 0 0 0,-3 0 0 0 0,-4 0 0 0 0,-1 0 0 0 0,-3 0 0 0 0,2 0 0 0 0,-1 0 0 0 0,2 0 0 0 0,3 0 0 0 0,0 0 0 0 0,0 0 0 0 0,-1 0 0 0 0,0 0 0 0 0,-2 0 0 0 0,-9 0 0 0 0,-11 0 0 0 0,1 0 0 0 0,1 0 0 0 0,5 0 0 0 0,9 0 0 0 0,2 0 0 0 0,3 0 0 0 0,0 0 0 0 0,2 0 0 0 0,-2 0 0 0 0,11 0 0 0 0,18 0 0 0 0,21 0 0 0 0,15 0 0 0 0,15 0 0 0 0,6 0 0 0 0,2 0 0 0 0,4 0 0 0 0,-1 0 0 0 0,2 0 0 0 0,-1 6 0 0 0,0 1 0 0 0,-1-1 0 0 0,-4 0 0 0 0,2-3 0 0 0,-2 0 0 0 0,3-2 0 0 0,-2-1 0 0 0,-2 0 0 0 0,2 0 0 0 0,-1 10 0 0 0,3 4 0 0 0,-2-1 0 0 0,4-3 0 0 0,-2-2 0 0 0,-4-3 0 0 0,3-3 0 0 0,-2-1 0 0 0,3-1 0 0 0,-1 0 0 0 0,2-1 0 0 0,-2 0 0 0 0,-2 1 0 0 0,2 0 0 0 0,-13-1 0 0 0,-15 1 0 0 0,-17 6 0 0 0,-18 0 0 0 0,-11 1 0 0 0,-11-2 0 0 0,-4-1 0 0 0,-5-1 0 0 0,2-2 0 0 0,3-1 0 0 0,-1 0 0 0 0,2 0 0 0 0,-2 10 0 0 0,-9 4 0 0 0,0-1 0 0 0,-1-3 0 0 0,3-2 0 0 0,6-3 0 0 0,1-3 0 0 0,2-1 0 0 0,-1-1 0 0 0,1 0 0 0 0,-7-1 0 0 0,-10 1 0 0 0,-6-1 0 0 0,3 1 0 0 0,3 0 0 0 0,6-1 0 0 0,7 1 0 0 0,2 6 0 0 0,3 1 0 0 0,-2-1 0 0 0,2 0 0 0 0,8 3 0 0 0,21 0 0 0 0,18-1 0 0 0,18-2 0 0 0,11-3 0 0 0,15 0 0 0 0,5-3 0 0 0,15 11 0 0 0,10 3 0 0 0,9-1 0 0 0,4-3 0 0 0,3-3 0 0 0,7-2 0 0 0,0-3 0 0 0,-10-1 0 0 0,-6-1 0 0 0,-1-1 0 0 0,5 1 0 0 0,-6-1 0 0 0,-13 1 0 0 0,-2-1 0 0 0,-3 1 0 0 0,-7 0 0 0 0,-2 0 0 0 0,-7 0 0 0 0,0 0 0 0 0,-4 0 0 0 0,-4 0 0 0 0,2-10 0 0 0,-13-4 0 0 0,-15 1 0 0 0,-17 2 0 0 0,-17 3 0 0 0,-12 4 0 0 0,-10-4 0 0 0,-4 0 0 0 0,-4 1 0 0 0,0 2 0 0 0,4 2 0 0 0,-1 2 0 0 0,-8 0 0 0 0,-1 1 0 0 0,0 0 0 0 0,3 0 0 0 0,5 0 0 0 0,0 1 0 0 0,4-11 0 0 0,-2-4 0 0 0,1 1 0 0 0,-2 2 0 0 0,2 3 0 0 0,3 4 0 0 0,-2 1 0 0 0,1 2 0 0 0,-3 1 0 0 0,1 1 0 0 0,-2-6 0 0 0,1-1 0 0 0,19-11 0 0 0,19-2 0 0 0,21 2 0 0 0,14 4 0 0 0,12 5 0 0 0,4-3 0 0 0,1 2 0 0 0,2 1 0 0 0,-1 3 0 0 0,2 2 0 0 0,-2 2 0 0 0,2-5 0 0 0,-3-1 0 0 0,-3 1 0 0 0,2 1 0 0 0,-2 2 0 0 0,-8-10 0 0 0,1-2 0 0 0,-1 2 0 0 0,0 2 0 0 0,4 4 0 0 0,-4-3 0 0 0,-3 1 0 0 0,3 1 0 0 0,2 3 0 0 0,-15 2 0 0 0,-18 1 0 0 0,-19 2 0 0 0,-12 0 0 0 0,-6 0 0 0 0,-9 11 0 0 0,-1 3 0 0 0,-4 0 0 0 0,1-4 0 0 0,3-2 0 0 0,-1-3 0 0 0,1-3 0 0 0,-1-1 0 0 0,6 5 0 0 0,5 0 0 0 0,18 0 0 0 0,18-1 0 0 0,18-2 0 0 0,12-1 0 0 0,5-1 0 0 0,6 0 0 0 0,2-1 0 0 0,4-1 0 0 0,-2 1 0 0 0,-4 0 0 0 0,2 0 0 0 0,-2 0 0 0 0,3-1 0 0 0,-13 1 0 0 0,-16 0 0 0 0,-22 0 0 0 0,-15 0 0 0 0,-10 6 0 0 0,-9 1 0 0 0,1 10 0 0 0,2 2 0 0 0,-3-2 0 0 0,10-4 0 0 0,15-4 0 0 0,21-4 0 0 0,14-3 0 0 0,8-1 0 0 0,11-1 0 0 0,3-1 0 0 0,4 0 0 0 0,1 6 0 0 0,1 1 0 0 0,-2 0 0 0 0,-3 0 0 0 0,5-3 0 0 0,6 0 0 0 0,-1-2 0 0 0,0-1 0 0 0,-4 0 0 0 0,0 0 0 0 0,-3 0 0 0 0,-20 0 0 0 0,-20-1 0 0 0,-21 1 0 0 0,-14 0 0 0 0,-13 0 0 0 0,-4 0 0 0 0,1 0 0 0 0,-4 0 0 0 0,2 0 0 0 0,-2 0 0 0 0,2 0 0 0 0,-1 0 0 0 0,1 0 0 0 0,4 0 0 0 0,-1 0 0 0 0,1 0 0 0 0,-3 11 0 0 0,2 2 0 0 0,2 1 0 0 0,-2-4 0 0 0,11-2 0 0 0,17-3 0 0 0,11-8 0 0 0,10-3 0 0 0,16-1 0 0 0,9-4 0 0 0,10 0 0 0 0,2-9 0 0 0,0-1 0 0 0,3 3 0 0 0,-12 5 0 0 0,-16 4 0 0 0,-18 4 0 0 0,-18 3 0 0 0,-11 2 0 0 0,-12 0 0 0 0,-4 1 0 0 0,1 0 0 0 0,-3 0 0 0 0,2-1 0 0 0,-3 1 0 0 0,13-1 0 0 0,17 0 0 0 0,22 0 0 0 0,16-5 0 0 0,10-2 0 0 0,9 0 0 0 0,15-3 0 0 0,3-1 0 0 0,2-9 0 0 0,7 0 0 0 0,-3-3 0 0 0,4 3 0 0 0,1-6 0 0 0,-6 2 0 0 0,-9 5 0 0 0,-2 0 0 0 0,-5 4 0 0 0,0 4 0 0 0,-2-6 0 0 0,1-1 0 0 0,-6-2 0 0 0,-16 2 0 0 0,-11-1 0 0 0,-13 3 0 0 0,-17 4 0 0 0,-11 4 0 0 0,-10 4 0 0 0,-4 1 0 0 0,0 3 0 0 0,-4 0 0 0 0,2 1 0 0 0,-2 0 0 0 0,2 0 0 0 0,2-1 0 0 0,0 0 0 0 0,0 1 0 0 0,-1-1 0 0 0,0 0 0 0 0,-2 0 0 0 0,1 0 0 0 0,4 5 0 0 0,-3 2 0 0 0,2-1 0 0 0,-3 10 0 0 0,1 2 0 0 0,-2-3 0 0 0,2-3 0 0 0,7 2 0 0 0,6-3 0 0 0,7 9 0 0 0,14 0 0 0 0,19-4 0 0 0,12-3 0 0 0,14-5 0 0 0,6-4 0 0 0,6-2 0 0 0,1-1 0 0 0,-3-7 0 0 0,2-2 0 0 0,-3 1 0 0 0,2 1 0 0 0,-1 1 0 0 0,2 3 0 0 0,-2 0 0 0 0,-4 2 0 0 0,2 0 0 0 0,0 0 0 0 0,-20 0 0 0 0,-17 0 0 0 0,-16 1 0 0 0,-16 4 0 0 0,-10 2 0 0 0,-8 0 0 0 0,-2 3 0 0 0,-4 1 0 0 0,1-2 0 0 0,5 8 0 0 0,-2 1 0 0 0,2-2 0 0 0,-1-4 0 0 0,6 1 0 0 0,5-2 0 0 0,18-2 0 0 0,18-4 0 0 0,19-1 0 0 0,10-3 0 0 0,6 0 0 0 0,7-1 0 0 0,1-1 0 0 0,3 1 0 0 0,-1-1 0 0 0,2 1 0 0 0,-2 0 0 0 0,-5-11 0 0 0,8-3 0 0 0,4 1 0 0 0,-1 2 0 0 0,1 4 0 0 0,-4 2 0 0 0,-20 2 0 0 0,-21 2 0 0 0,-23 1 0 0 0,-13 6 0 0 0,-8 2 0 0 0,-8-1 0 0 0,3 4 0 0 0,3 0 0 0 0,-3-2 0 0 0,1-2 0 0 0,-4 2 0 0 0,1 11 0 0 0,1 2 0 0 0,14-4 0 0 0,21-4 0 0 0,18-4 0 0 0,16-10 0 0 0,9-4 0 0 0,9-2 0 0 0,1 0 0 0 0,-1 2 0 0 0,1-5 0 0 0,-2 0 0 0 0,2 1 0 0 0,-2 3 0 0 0,-8-4 0 0 0,-1-1 0 0 0,-11 3 0 0 0,-15 1 0 0 0,-20 3 0 0 0,-13 1 0 0 0,-14 1 0 0 0,-15 1 0 0 0,-5 0 0 0 0,-8 0 0 0 0,-8 1 0 0 0,-3-1 0 0 0,-4 0 0 0 0,-4 0 0 0 0,-3 0 0 0 0,-3 0 0 0 0,-1 0 0 0 0,-7 0 0 0 0,-1 0 0 0 0,-1 0 0 0 0,2 0 0 0 0,7 0 0 0 0,3 0 0 0 0,12 0 0 0 0,2 0 0 0 0,5 0 0 0 0,-3-5 0 0 0,6-2 0 0 0,4 1 0 0 0,7 0 0 0 0,8 3 0 0 0,1 0 0 0 0,14-3 0 0 0,18-2 0 0 0,16 2 0 0 0,18 1 0 0 0,11 1 0 0 0,11-3 0 0 0,3-1 0 0 0,5 1 0 0 0,-2 2 0 0 0,-3-9 0 0 0,7-2 0 0 0,4 2 0 0 0,-2 3 0 0 0,0 3 0 0 0,7-1 0 0 0,-1-1 0 0 0,-2 3 0 0 0,-4 2 0 0 0,-7 2 0 0 0,-1 1 0 0 0,-3 2 0 0 0,2 0 0 0 0,-2 0 0 0 0,3 0 0 0 0,-2 1 0 0 0,-3-1 0 0 0,-14 5 0 0 0,-21 2 0 0 0,-18 11 0 0 0,-16 1 0 0 0,-10 3 0 0 0,-8 8 0 0 0,-1 0 0 0 0,1-6 0 0 0,9-2 0 0 0,1-5 0 0 0,0 1 0 0 0,-3-4 0 0 0,-1-3 0 0 0,2 6 0 0 0,-4 1 0 0 0,1 2 0 0 0,-4-2 0 0 0,1 6 0 0 0,-3-1 0 0 0,2-4 0 0 0,3-1 0 0 0,-1-2 0 0 0,0-5 0 0 0,-2-4 0 0 0,7 7 0 0 0,4 2 0 0 0,18-3 0 0 0,18-3 0 0 0,18-3 0 0 0,12-3 0 0 0,-1-7 0 0 0,1-4 0 0 0,4 0 0 0 0,2 1 0 0 0,-5-3 0 0 0,1-1 0 0 0,1 1 0 0 0,5 3 0 0 0,0 2 0 0 0,-1 2 0 0 0,-12 1 0 0 0,-22 1 0 0 0,-16 0 0 0 0,-17 1 0 0 0,-9-1 0 0 0,-9 0 0 0 0,-1 1 0 0 0,7-12 0 0 0,20-2 0 0 0,20-6 0 0 0,20 2 0 0 0,11-8 0 0 0,11 1 0 0 0,4-1 0 0 0,0 4 0 0 0,1 6 0 0 0,-1-1 0 0 0,1 4 0 0 0,-1 3 0 0 0,-20 3 0 0 0,-18 3 0 0 0,-23 1 0 0 0,-12 2 0 0 0,-8 0 0 0 0,-8 1 0 0 0,-2 0 0 0 0,-4-1 0 0 0,2 1 0 0 0,18-1 0 0 0,20 0 0 0 0,22 0 0 0 0,14 0 0 0 0,-8 0 0 0 0,-13 0 0 0 0,-17 0 0 0 0,-13 0 0 0 0,-12 0 0 0 0,0 5 0 0 0,1 2 0 0 0,1 0 0 0 0,11-2 0 0 0,21-1 0 0 0,15-2 0 0 0,16 0 0 0 0,9-2 0 0 0,8 0 0 0 0,-4-5 0 0 0,-4-3 0 0 0,-3 2 0 0 0,3 0 0 0 0,-5-8 0 0 0,-3-3 0 0 0,-7 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2:33:4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7170 1746 16383 0 0,'-5'0'0'0'0,"-12"0"0"0"0,-9 0 0 0 0,-10 0 0 0 0,-4 0 0 0 0,-6 0 0 0 0,0 0 0 0 0,2 0 0 0 0,-1 0 0 0 0,1 0 0 0 0,-2 0 0 0 0,2 0 0 0 0,2 0 0 0 0,-1 0 0 0 0,1 0 0 0 0,-2 0 0 0 0,0 0 0 0 0,-2 0 0 0 0,1 0 0 0 0,3 0 0 0 0,-1 0 0 0 0,1 0 0 0 0,-3 0 0 0 0,1 0 0 0 0,-2 0 0 0 0,1 0 0 0 0,3 0 0 0 0,-1 6 0 0 0,1 1 0 0 0,-3-1 0 0 0,1 0 0 0 0,3-3 0 0 0,-2 0 0 0 0,7 8 0 0 0,3 4 0 0 0,-2-2 0 0 0,-1-3 0 0 0,16-2 0 0 0,17-4 0 0 0,19-2 0 0 0,12-1 0 0 0,7-1 0 0 0,13 0 0 0 0,8-1 0 0 0,11 1 0 0 0,10-1 0 0 0,-4 1 0 0 0,2 0 0 0 0,9 10 0 0 0,6 4 0 0 0,3-1 0 0 0,2-2 0 0 0,5-4 0 0 0,-9-2 0 0 0,-4-2 0 0 0,-7-3 0 0 0,-12 1 0 0 0,-1-2 0 0 0,-7 1 0 0 0,-4-1 0 0 0,-6 0 0 0 0,0 1 0 0 0,-5 0 0 0 0,2 5 0 0 0,-14 2 0 0 0,-16 0 0 0 0,-23-2 0 0 0,-14-1 0 0 0,-16-2 0 0 0,-5-1 0 0 0,-2 0 0 0 0,-9-1 0 0 0,-7 0 0 0 0,-8-6 0 0 0,-8-1 0 0 0,-8 0 0 0 0,0 2 0 0 0,-1-5 0 0 0,-2 1 0 0 0,3 1 0 0 0,0 2 0 0 0,9 3 0 0 0,1-10 0 0 0,3-2 0 0 0,8 2 0 0 0,-1 2 0 0 0,5-1 0 0 0,1 1 0 0 0,7 2 0 0 0,-6 3 0 0 0,-2 2 0 0 0,2 2 0 0 0,2 2 0 0 0,3 0 0 0 0,6 0 0 0 0,0-10 0 0 0,3-3 0 0 0,18 0 0 0 0,19 3 0 0 0,16 2 0 0 0,16 4 0 0 0,19 1 0 0 0,7-3 0 0 0,10-1 0 0 0,15 1 0 0 0,11 1 0 0 0,4 2 0 0 0,4 1 0 0 0,0 1 0 0 0,4 1 0 0 0,1 0 0 0 0,-1 0 0 0 0,-2 0 0 0 0,-8 1 0 0 0,-3-1 0 0 0,-12 0 0 0 0,-13 0 0 0 0,-8 0 0 0 0,-7 0 0 0 0,-1-5 0 0 0,-15-2 0 0 0,-17 0 0 0 0,-22 2 0 0 0,-15 1 0 0 0,-9 2 0 0 0,-9 1 0 0 0,-4 0 0 0 0,-4 1 0 0 0,0 0 0 0 0,-1 1 0 0 0,1-1 0 0 0,5 0 0 0 0,-7 0 0 0 0,-5 0 0 0 0,-8 0 0 0 0,0 1 0 0 0,1-1 0 0 0,-4 0 0 0 0,3-1 0 0 0,-3 1 0 0 0,-1 0 0 0 0,7 0 0 0 0,7 0 0 0 0,-3 0 0 0 0,-2 0 0 0 0,4 0 0 0 0,0 0 0 0 0,4 0 0 0 0,1 0 0 0 0,2 0 0 0 0,5 0 0 0 0,-1 0 0 0 0,12 0 0 0 0,17 0 0 0 0,15 0 0 0 0,18 0 0 0 0,12 0 0 0 0,10-10 0 0 0,14-4 0 0 0,14 1 0 0 0,-1 2 0 0 0,5 4 0 0 0,10 2 0 0 0,-3 2 0 0 0,0 2 0 0 0,2 1 0 0 0,-2 1 0 0 0,0-1 0 0 0,-7 1 0 0 0,-1 0 0 0 0,-3-1 0 0 0,-7 0 0 0 0,-9 0 0 0 0,-3 0 0 0 0,-5 0 0 0 0,0 0 0 0 0,-2-5 0 0 0,-19-2 0 0 0,-19 0 0 0 0,-20 2 0 0 0,-13 1 0 0 0,-7 2 0 0 0,-9 1 0 0 0,0 0 0 0 0,-5 1 0 0 0,1 0 0 0 0,-1 1 0 0 0,2-1 0 0 0,4 0 0 0 0,-6 0 0 0 0,-6 0 0 0 0,-8 0 0 0 0,0 0 0 0 0,-4 0 0 0 0,-1 0 0 0 0,5 0 0 0 0,-1 0 0 0 0,-1 0 0 0 0,-5 0 0 0 0,-6 0 0 0 0,4 0 0 0 0,5-10 0 0 0,7-4 0 0 0,5 1 0 0 0,6 2 0 0 0,6 4 0 0 0,15 2 0 0 0,24 8 0 0 0,17 3 0 0 0,22 0 0 0 0,15 0 0 0 0,5-2 0 0 0,9 4 0 0 0,8 1 0 0 0,4 9 0 0 0,3 1 0 0 0,-6-2 0 0 0,0 1 0 0 0,-1-2 0 0 0,2-5 0 0 0,4-3 0 0 0,-1-4 0 0 0,-7 9 0 0 0,-1 1 0 0 0,-7-1 0 0 0,-3-3 0 0 0,3-3 0 0 0,-2-3 0 0 0,-3-2 0 0 0,-4-1 0 0 0,-2-2 0 0 0,-3 1 0 0 0,-6-1 0 0 0,1 1 0 0 0,-1-1 0 0 0,-19 1 0 0 0,-18 0 0 0 0,-16 0 0 0 0,-21 0 0 0 0,-26 0 0 0 0,-19 0 0 0 0,-1 0 0 0 0,-4 0 0 0 0,-8 0 0 0 0,-5 0 0 0 0,-1-5 0 0 0,-1-2 0 0 0,-4 0 0 0 0,-1-9 0 0 0,-9-1 0 0 0,-1 1 0 0 0,-3-1 0 0 0,3 2 0 0 0,5 4 0 0 0,4 3 0 0 0,10 3 0 0 0,5 3 0 0 0,12 2 0 0 0,9 0 0 0 0,10-10 0 0 0,5-3 0 0 0,6 1 0 0 0,5 1 0 0 0,15 4 0 0 0,23 3 0 0 0,16 1 0 0 0,17 2 0 0 0,19 1 0 0 0,6 1 0 0 0,10-1 0 0 0,9 1 0 0 0,13-1 0 0 0,-3 1 0 0 0,0-1 0 0 0,1-11 0 0 0,7-2 0 0 0,-7-1 0 0 0,-13 4 0 0 0,-2 2 0 0 0,-4 3 0 0 0,-7 3 0 0 0,2 1 0 0 0,1-4 0 0 0,-5-2 0 0 0,-1 1 0 0 0,-6 1 0 0 0,-6 2 0 0 0,1 1 0 0 0,-3 1 0 0 0,-8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2:33:44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6350 1474 16383 0 0,'-6'0'0'0'0,"-16"0"0"0"0,-16 0 0 0 0,-6-11 0 0 0,-2-3 0 0 0,-2 1 0 0 0,1 2 0 0 0,-2-1 0 0 0,3 0 0 0 0,19 3 0 0 0,19 3 0 0 0,22 2 0 0 0,14 2 0 0 0,7 1 0 0 0,8 1 0 0 0,2 1 0 0 0,9-1 0 0 0,5 1 0 0 0,-1-1 0 0 0,-1 11 0 0 0,-4 3 0 0 0,-7-1 0 0 0,0-2 0 0 0,-3-3 0 0 0,2-4 0 0 0,9-1 0 0 0,0-2 0 0 0,2-1 0 0 0,-4-1 0 0 0,-5 1 0 0 0,-1-1 0 0 0,-13 1 0 0 0,-17-1 0 0 0,-11 6 0 0 0,-13 2 0 0 0,-14 0 0 0 0,-9 3 0 0 0,-10 1 0 0 0,-3 8 0 0 0,-4 7 0 0 0,0-1 0 0 0,4-6 0 0 0,-2-5 0 0 0,2 5 0 0 0,-2 0 0 0 0,2-4 0 0 0,-2 1 0 0 0,1-3 0 0 0,4-2 0 0 0,8 6 0 0 0,-1 1 0 0 0,1-3 0 0 0,6 1 0 0 0,17-2 0 0 0,16-3 0 0 0,13-4 0 0 0,13-3 0 0 0,6-2 0 0 0,7-1 0 0 0,2-2 0 0 0,2 1 0 0 0,-1-1 0 0 0,-4 0 0 0 0,1 1 0 0 0,-2 0 0 0 0,3 5 0 0 0,-2 1 0 0 0,2 1 0 0 0,-1-2 0 0 0,-20-1 0 0 0,-18-1 0 0 0,-21-2 0 0 0,-14 10 0 0 0,-12 3 0 0 0,-4-1 0 0 0,-1-3 0 0 0,-2 3 0 0 0,1-2 0 0 0,-2-2 0 0 0,2-3 0 0 0,-1-2 0 0 0,1 8 0 0 0,4 3 0 0 0,-1-2 0 0 0,1-3 0 0 0,-3 2 0 0 0,2 0 0 0 0,2-4 0 0 0,-2-2 0 0 0,1-2 0 0 0,8 8 0 0 0,19 3 0 0 0,19-2 0 0 0,13-8 0 0 0,14-5 0 0 0,7-2 0 0 0,8-1 0 0 0,1-6 0 0 0,-3 0 0 0 0,3 0 0 0 0,-2 3 0 0 0,1-9 0 0 0,-1-1 0 0 0,2 1 0 0 0,-2 4 0 0 0,-4-2 0 0 0,3 2 0 0 0,-2 2 0 0 0,3 3 0 0 0,-2-7 0 0 0,3-3 0 0 0,-1 2 0 0 0,-3 4 0 0 0,1 3 0 0 0,-1 2 0 0 0,-7-2 0 0 0,0 0 0 0 0,-1 0 0 0 0,-15 2 0 0 0,-18 2 0 0 0,-18 2 0 0 0,-12 0 0 0 0,-7 1 0 0 0,-7 0 0 0 0,-1 0 0 0 0,-4 0 0 0 0,-10 1 0 0 0,1-1 0 0 0,-2 0 0 0 0,-5 0 0 0 0,2 0 0 0 0,7 0 0 0 0,-3 0 0 0 0,-2 0 0 0 0,4 0 0 0 0,1 0 0 0 0,5 0 0 0 0,0 0 0 0 0,4 0 0 0 0,4 0 0 0 0,-1 0 0 0 0,1 0 0 0 0,-2 0 0 0 0,11 0 0 0 0,17 0 0 0 0,21 0 0 0 0,16 0 0 0 0,8 0 0 0 0,11 0 0 0 0,3 0 0 0 0,10 0 0 0 0,7 0 0 0 0,8 0 0 0 0,9-10 0 0 0,1-4 0 0 0,-7 1 0 0 0,0 2 0 0 0,3 3 0 0 0,0-2 0 0 0,3 1 0 0 0,-6 1 0 0 0,0 3 0 0 0,-2 2 0 0 0,-7 1 0 0 0,-9 1 0 0 0,-3-9 0 0 0,-4-4 0 0 0,-1 1 0 0 0,-12 3 0 0 0,-17 3 0 0 0,-23 2 0 0 0,-14 3 0 0 0,-9 1 0 0 0,-10 1 0 0 0,-3 1 0 0 0,-6-1 0 0 0,2 1 0 0 0,-3 4 0 0 0,3 3 0 0 0,3-2 0 0 0,0 0 0 0 0,1-2 0 0 0,-2-2 0 0 0,2-1 0 0 0,-3 5 0 0 0,1 1 0 0 0,-7-1 0 0 0,0-1 0 0 0,-2 9 0 0 0,4 2 0 0 0,-1-1 0 0 0,4-4 0 0 0,-2 1 0 0 0,4 0 0 0 0,3-3 0 0 0,-1-3 0 0 0,1 8 0 0 0,-2 1 0 0 0,0-1 0 0 0,4 2 0 0 0,12-2 0 0 0,23-3 0 0 0,17-4 0 0 0,16-3 0 0 0,10-1 0 0 0,2-13 0 0 0,6-4 0 0 0,10 0 0 0 0,1 3 0 0 0,2-3 0 0 0,5 2 0 0 0,-2 3 0 0 0,-1-8 0 0 0,4-1 0 0 0,-3 3 0 0 0,-8 3 0 0 0,-1 5 0 0 0,4-3 0 0 0,-1 2 0 0 0,0 0 0 0 0,-4 4 0 0 0,-1-10 0 0 0,-3-1 0 0 0,0 1 0 0 0,-3 3 0 0 0,-4 4 0 0 0,-13 3 0 0 0,-23 1 0 0 0,-17 3 0 0 0,-17 0 0 0 0,-9 0 0 0 0,-8 1 0 0 0,-2 0 0 0 0,-8 4 0 0 0,-5 3 0 0 0,2-1 0 0 0,-3-2 0 0 0,2-1 0 0 0,-9 3 0 0 0,3 1 0 0 0,-5 0 0 0 0,-4-3 0 0 0,-1 9 0 0 0,-3 2 0 0 0,7-2 0 0 0,11-3 0 0 0,-6 2 0 0 0,-7-2 0 0 0,5-2 0 0 0,2-3 0 0 0,8-3 0 0 0,9-1 0 0 0,3-1 0 0 0,3 9 0 0 0,0 3 0 0 0,11-5 0 0 0,18-5 0 0 0,21-2 0 0 0,15-8 0 0 0,9-6 0 0 0,10-2 0 0 0,3-9 0 0 0,6 0 0 0 0,-2-1 0 0 0,-3 4 0 0 0,2-6 0 0 0,-2 3 0 0 0,7-1 0 0 0,5-6 0 0 0,9-3 0 0 0,-1 5 0 0 0,9-4 0 0 0,-3 4 0 0 0,3 1 0 0 0,-1 7 0 0 0,-7-5 0 0 0,-10 2 0 0 0,7 1 0 0 0,-2 3 0 0 0,-6-4 0 0 0,-2 1 0 0 0,-4-1 0 0 0,-21 5 0 0 0,-20 4 0 0 0,-17 6 0 0 0,-17 3 0 0 0,-9 14 0 0 0,-8 6 0 0 0,-3 0 0 0 0,-4-3 0 0 0,3 3 0 0 0,3-1 0 0 0,-1 2 0 0 0,2-2 0 0 0,-1-2 0 0 0,-10 7 0 0 0,0 0 0 0 0,-6 8 0 0 0,-14-1 0 0 0,1 1 0 0 0,7-4 0 0 0,0-6 0 0 0,1 0 0 0 0,6-3 0 0 0,3 6 0 0 0,6 1 0 0 0,1-4 0 0 0,4 1 0 0 0,5-2 0 0 0,-1-4 0 0 0,11-4 0 0 0,17-3 0 0 0,15-2 0 0 0,19-2 0 0 0,10 0 0 0 0,17-1 0 0 0,10 1 0 0 0,0-11 0 0 0,2-4 0 0 0,6 2 0 0 0,-3-3 0 0 0,4 1 0 0 0,-4 4 0 0 0,8-8 0 0 0,8 1 0 0 0,-4 2 0 0 0,1 5 0 0 0,-2-2 0 0 0,2 2 0 0 0,-6 3 0 0 0,1 2 0 0 0,-2 3 0 0 0,-6 1 0 0 0,-9-4 0 0 0,-3 0 0 0 0,-5-1 0 0 0,1 3 0 0 0,-14 0 0 0 0,-16 2 0 0 0,-22 1 0 0 0,-15 1 0 0 0,-9 5 0 0 0,-10 2 0 0 0,-4 11 0 0 0,-4 1 0 0 0,0 4 0 0 0,-1-3 0 0 0,2 6 0 0 0,3 3 0 0 0,0-2 0 0 0,1 4 0 0 0,-2-3 0 0 0,1-2 0 0 0,-2-4 0 0 0,2-1 0 0 0,-8-5 0 0 0,0 6 0 0 0,-2 0 0 0 0,3 0 0 0 0,1-3 0 0 0,2 6 0 0 0,5 3 0 0 0,-1 8 0 0 0,2-2 0 0 0,19-7 0 0 0,17-9 0 0 0,17-6 0 0 0,15-6 0 0 0,10-4 0 0 0,8-2 0 0 0,-3-6 0 0 0,-3-3 0 0 0,-3 1 0 0 0,3 1 0 0 0,0-2 0 0 0,4-1 0 0 0,1 2 0 0 0,2 2 0 0 0,0-8 0 0 0,-3-2 0 0 0,-14 1 0 0 0,-22 5 0 0 0,-17 2 0 0 0,-17 4 0 0 0,-10 2 0 0 0,-8 1 0 0 0,-1 2 0 0 0,1-1 0 0 0,-1 1 0 0 0,2-1 0 0 0,-3 1 0 0 0,3-1 0 0 0,4 0 0 0 0,8 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2:33:44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6710 1994 16383 0 0,'-5'0'0'0'0,"-7"0"0"0"0,-12 0 0 0 0,-7 0 0 0 0,-9 0 0 0 0,-3 0 0 0 0,-4 0 0 0 0,-10 0 0 0 0,0 5 0 0 0,3 2 0 0 0,2 0 0 0 0,4-2 0 0 0,-1-1 0 0 0,3-2 0 0 0,0 0 0 0 0,1-2 0 0 0,4 0 0 0 0,-2 0 0 0 0,1 10 0 0 0,-2 4 0 0 0,11-1 0 0 0,11-8 0 0 0,15-4 0 0 0,19-9 0 0 0,12-1 0 0 0,8-11 0 0 0,9-7 0 0 0,2-4 0 0 0,5 4 0 0 0,-1-5 0 0 0,2 3 0 0 0,-8 2 0 0 0,-4 5 0 0 0,-5-4 0 0 0,4 3 0 0 0,0-1 0 0 0,5-6 0 0 0,0 2 0 0 0,4 0 0 0 0,0 6 0 0 0,-8 0 0 0 0,-6 5 0 0 0,-7-6 0 0 0,2 1 0 0 0,-8 5 0 0 0,-12 5 0 0 0,-13 4 0 0 0,-16 4 0 0 0,-8 3 0 0 0,-11 1 0 0 0,-2 0 0 0 0,-4 1 0 0 0,0 0 0 0 0,3 5 0 0 0,0 2 0 0 0,1-1 0 0 0,-2-2 0 0 0,2-1 0 0 0,-2-1 0 0 0,6 3 0 0 0,16 1 0 0 0,17 0 0 0 0,20-2 0 0 0,13-2 0 0 0,12 0 0 0 0,6-2 0 0 0,0-1 0 0 0,3 0 0 0 0,-2 0 0 0 0,3-1 0 0 0,-2 1 0 0 0,2-11 0 0 0,-3-3 0 0 0,-3 1 0 0 0,2 2 0 0 0,-2 4 0 0 0,2-3 0 0 0,0 0 0 0 0,-3 3 0 0 0,-14 1 0 0 0,-21 3 0 0 0,-18 1 0 0 0,-17 2 0 0 0,-8 10 0 0 0,-4 4 0 0 0,-5 0 0 0 0,6 2 0 0 0,3-1 0 0 0,-1 2 0 0 0,0 8 0 0 0,-4 0 0 0 0,0-4 0 0 0,7 0 0 0 0,4-4 0 0 0,-2-5 0 0 0,3 6 0 0 0,13 0 0 0 0,14-3 0 0 0,13-5 0 0 0,15-3 0 0 0,9-3 0 0 0,9-2 0 0 0,2-2 0 0 0,4 0 0 0 0,-1-1 0 0 0,-9-5 0 0 0,-6-2 0 0 0,3 1 0 0 0,-1 2 0 0 0,5 1 0 0 0,-5 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2:33:4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6281 2032 16383 0 0,'10'0'0'0'0,"4"-5"0"0"0,4-2 0 0 0,5 0 0 0 0,9 2 0 0 0,3-4 0 0 0,8-1 0 0 0,0-8 0 0 0,4-2 0 0 0,0 3 0 0 0,-4-1 0 0 0,1 3 0 0 0,-1 3 0 0 0,-8-6 0 0 0,1 0 0 0 0,-2 3 0 0 0,5 4 0 0 0,-4-2 0 0 0,-4 2 0 0 0,-1 3 0 0 0,5 2 0 0 0,1 3 0 0 0,-5-4 0 0 0,-19 0 0 0 0,-16 0 0 0 0,-13 2 0 0 0,-13 2 0 0 0,-8 1 0 0 0,-7 1 0 0 0,-2 1 0 0 0,-3 0 0 0 0,2 1 0 0 0,4-1 0 0 0,-1 0 0 0 0,2 0 0 0 0,-8 1 0 0 0,-5-1 0 0 0,1 0 0 0 0,1 0 0 0 0,3 0 0 0 0,5 0 0 0 0,1 0 0 0 0,2 0 0 0 0,-2 0 0 0 0,1 0 0 0 0,-1 0 0 0 0,0-11 0 0 0,4-3 0 0 0,-2 1 0 0 0,1 2 0 0 0,-3 4 0 0 0,12 2 0 0 0,16 3 0 0 0,22 1 0 0 0,15 1 0 0 0,10 0 0 0 0,9-5 0 0 0,4-1 0 0 0,5 0 0 0 0,0 1 0 0 0,1 1 0 0 0,-1 2 0 0 0,-5 1 0 0 0,-8-10 0 0 0,-1-3 0 0 0,-1 1 0 0 0,5 3 0 0 0,1 2 0 0 0,4 4 0 0 0,-5-4 0 0 0,-4 0 0 0 0,-2 2 0 0 0,3 1 0 0 0,2 2 0 0 0,-17 1 0 0 0,-16 1 0 0 0,-14 1 0 0 0,-17 0 0 0 0,-8 1 0 0 0,-8-1 0 0 0,-3 0 0 0 0,-4 0 0 0 0,2 1 0 0 0,3-1 0 0 0,0 0 0 0 0,1 0 0 0 0,-1 0 0 0 0,1-11 0 0 0,-3-3 0 0 0,3 1 0 0 0,2 2 0 0 0,-1 4 0 0 0,1 2 0 0 0,-3 3 0 0 0,12 1 0 0 0,16 1 0 0 0,22 0 0 0 0,15 1 0 0 0,10-1 0 0 0,9 1 0 0 0,4 4 0 0 0,5 2 0 0 0,0 0 0 0 0,1-2 0 0 0,-1-1 0 0 0,-5-1 0 0 0,2-2 0 0 0,-2-1 0 0 0,2 0 0 0 0,9 0 0 0 0,1 0 0 0 0,1-1 0 0 0,-4 1 0 0 0,-5 5 0 0 0,0 2 0 0 0,-3 0 0 0 0,1-2 0 0 0,-1-1 0 0 0,-20 9 0 0 0,-17 2 0 0 0,-22 4 0 0 0,-13-2 0 0 0,-7-3 0 0 0,-8-4 0 0 0,-2 6 0 0 0,-4 1 0 0 0,2-2 0 0 0,-7-5 0 0 0,-6-3 0 0 0,4-3 0 0 0,5-2 0 0 0,1 4 0 0 0,-7 0 0 0 0,2 0 0 0 0,-1-1 0 0 0,4-2 0 0 0,1-1 0 0 0,3-1 0 0 0,5-1 0 0 0,-1 0 0 0 0,3 0 0 0 0,-4-1 0 0 0,2 1 0 0 0,18 0 0 0 0,19 0 0 0 0,21 0 0 0 0,12 0 0 0 0,8 0 0 0 0,13 0 0 0 0,9 0 0 0 0,11 0 0 0 0,8 0 0 0 0,3 0 0 0 0,3 0 0 0 0,4 0 0 0 0,2 0 0 0 0,2 0 0 0 0,2 0 0 0 0,5 0 0 0 0,3 0 0 0 0,-1 0 0 0 0,-1 0 0 0 0,-2 0 0 0 0,4 10 0 0 0,1 4 0 0 0,-13-1 0 0 0,-4-2 0 0 0,-7-4 0 0 0,-11-2 0 0 0,-1-2 0 0 0,-1-2 0 0 0,-7-1 0 0 0,-7-1 0 0 0,-17 1 0 0 0,-26-1 0 0 0,-18 1 0 0 0,-18-1 0 0 0,-10 1 0 0 0,-8 0 0 0 0,-1 0 0 0 0,2-5 0 0 0,-7-2 0 0 0,-4 0 0 0 0,-9 2 0 0 0,-9 1 0 0 0,-1 2 0 0 0,-4 1 0 0 0,-4-5 0 0 0,7-1 0 0 0,1 0 0 0 0,-8 2 0 0 0,6 2 0 0 0,0 1 0 0 0,-2-10 0 0 0,2-2 0 0 0,-1 1 0 0 0,-3 2 0 0 0,1 4 0 0 0,0 3 0 0 0,8 1 0 0 0,12-8 0 0 0,-1-3 0 0 0,1 2 0 0 0,6 2 0 0 0,0 3 0 0 0,6 2 0 0 0,0 3 0 0 0,4 1 0 0 0,3-4 0 0 0,0-1 0 0 0,11 0 0 0 0,16 1 0 0 0,27 2 0 0 0,16 1 0 0 0,14-5 0 0 0,5 0 0 0 0,5 0 0 0 0,-1 2 0 0 0,-5 2 0 0 0,2 1 0 0 0,-4 1 0 0 0,3 0 0 0 0,-3 1 0 0 0,2 1 0 0 0,-1-12 0 0 0,-4-2 0 0 0,3 0 0 0 0,-3-3 0 0 0,4 2 0 0 0,-1 2 0 0 0,2 5 0 0 0,-1 2 0 0 0,-4-8 0 0 0,-13-2 0 0 0,-22 2 0 0 0,-18 3 0 0 0,-16 3 0 0 0,-10 3 0 0 0,3 7 0 0 0,-4 4 0 0 0,-1-1 0 0 0,2 0 0 0 0,-3-1 0 0 0,0-2 0 0 0,-3-2 0 0 0,0 0 0 0 0,-3-1 0 0 0,-8 5 0 0 0,-12 2 0 0 0,2-1 0 0 0,0-1 0 0 0,7-1 0 0 0,2-2 0 0 0,6-1 0 0 0,6 0 0 0 0,0-1 0 0 0,3 0 0 0 0,-3-1 0 0 0,1 1 0 0 0,-2 0 0 0 0,11 0 0 0 0,17 0 0 0 0,22 0 0 0 0,15 0 0 0 0,15 0 0 0 0,6 0 0 0 0,2 0 0 0 0,4 0 0 0 0,-2 0 0 0 0,9 0 0 0 0,4 0 0 0 0,9 0 0 0 0,8 0 0 0 0,-3 0 0 0 0,2 0 0 0 0,8 0 0 0 0,-3 0 0 0 0,0 0 0 0 0,-9 10 0 0 0,1 4 0 0 0,-3-1 0 0 0,4-2 0 0 0,-6-4 0 0 0,-3-2 0 0 0,-8-2 0 0 0,3-2 0 0 0,2-1 0 0 0,-4-1 0 0 0,-6 1 0 0 0,-12 4 0 0 0,-18 3 0 0 0,-22-1 0 0 0,-16-1 0 0 0,-16-1 0 0 0,-7-2 0 0 0,-1-1 0 0 0,-5 0 0 0 0,1-1 0 0 0,-3 0 0 0 0,3-1 0 0 0,-2 1 0 0 0,2 0 0 0 0,4 0 0 0 0,-2 0 0 0 0,2 0 0 0 0,-3 0 0 0 0,2 0 0 0 0,-3 0 0 0 0,-10 0 0 0 0,1 0 0 0 0,4 0 0 0 0,-1 0 0 0 0,5 0 0 0 0,-1 0 0 0 0,3 0 0 0 0,-2 0 0 0 0,2 0 0 0 0,4 0 0 0 0,-2 0 0 0 0,1 0 0 0 0,19 0 0 0 0,17 10 0 0 0,16 4 0 0 0,17-1 0 0 0,8-2 0 0 0,14-4 0 0 0,10-2 0 0 0,9 3 0 0 0,0 0 0 0 0,-3-2 0 0 0,-6-1 0 0 0,-3-2 0 0 0,-6-1 0 0 0,-6-1 0 0 0,0-1 0 0 0,-2 0 0 0 0,1 10 0 0 0,0 4 0 0 0,2-1 0 0 0,-1-3 0 0 0,-3-3 0 0 0,3-2 0 0 0,-2-2 0 0 0,3-2 0 0 0,-2-1 0 0 0,-2-1 0 0 0,2 1 0 0 0,-1-1 0 0 0,-18 1 0 0 0,-18-1 0 0 0,-16 1 0 0 0,-16 0 0 0 0,-9 0 0 0 0,-9 0 0 0 0,-3 0 0 0 0,3 0 0 0 0,-3 0 0 0 0,2 0 0 0 0,-7 0 0 0 0,-6 0 0 0 0,3 0 0 0 0,-6 0 0 0 0,-2 0 0 0 0,4 0 0 0 0,-4 0 0 0 0,-6 0 0 0 0,-3 0 0 0 0,7-5 0 0 0,3-2 0 0 0,7 0 0 0 0,8 2 0 0 0,-4 1 0 0 0,-3 2 0 0 0,-9 0 0 0 0,2 2 0 0 0,0-5 0 0 0,6-2 0 0 0,1 1 0 0 0,16 1 0 0 0,19 1 0 0 0,23 2 0 0 0,16 1 0 0 0,16 0 0 0 0,16 1 0 0 0,6 1 0 0 0,7-1 0 0 0,10 0 0 0 0,6 0 0 0 0,12 1 0 0 0,4-1 0 0 0,3 0 0 0 0,-7 0 0 0 0,-2 0 0 0 0,-12 0 0 0 0,-4 0 0 0 0,1 0 0 0 0,-1 0 0 0 0,1 0 0 0 0,-7 0 0 0 0,1 0 0 0 0,-1 0 0 0 0,-7 0 0 0 0,-9 0 0 0 0,-4 0 0 0 0,-3 0 0 0 0,-1 0 0 0 0,-2 0 0 0 0,2 0 0 0 0,-1 0 0 0 0,-3 0 0 0 0,-14 0 0 0 0,-22 0 0 0 0,-17 0 0 0 0,-17 0 0 0 0,-8 0 0 0 0,-9 0 0 0 0,-2 0 0 0 0,3 0 0 0 0,-2 0 0 0 0,1 0 0 0 0,-1 0 0 0 0,-8 0 0 0 0,-1 0 0 0 0,-5 0 0 0 0,-4 0 0 0 0,-6 0 0 0 0,4 0 0 0 0,8 0 0 0 0,-2 0 0 0 0,-1 0 0 0 0,-5 0 0 0 0,-7 0 0 0 0,-2 0 0 0 0,-3 0 0 0 0,-4 0 0 0 0,7 0 0 0 0,1 0 0 0 0,3 0 0 0 0,-3 0 0 0 0,7 0 0 0 0,4 0 0 0 0,9 0 0 0 0,7 0 0 0 0,2 0 0 0 0,3 0 0 0 0,0 0 0 0 0,0 0 0 0 0,4-11 0 0 0,12-3 0 0 0,22 1 0 0 0,17 2 0 0 0,17 4 0 0 0,9 2 0 0 0,3 3 0 0 0,4 1 0 0 0,12 1 0 0 0,0 0 0 0 0,6 1 0 0 0,14-1 0 0 0,-2 1 0 0 0,3-1 0 0 0,3 0 0 0 0,4 0 0 0 0,-2 0 0 0 0,0 0 0 0 0,-8 0 0 0 0,-8 0 0 0 0,2 0 0 0 0,-6 0 0 0 0,-4 0 0 0 0,-6 0 0 0 0,-7 0 0 0 0,-1 0 0 0 0,-3 0 0 0 0,2 0 0 0 0,-12 0 0 0 0,-16 0 0 0 0,-22 0 0 0 0,-15 0 0 0 0,-8 0 0 0 0,-11 0 0 0 0,-3 0 0 0 0,-5 0 0 0 0,0 0 0 0 0,-1 0 0 0 0,1 0 0 0 0,5 0 0 0 0,-2 0 0 0 0,3 0 0 0 0,-3 0 0 0 0,1 0 0 0 0,-2 0 0 0 0,1 0 0 0 0,4 0 0 0 0,-3 0 0 0 0,2 0 0 0 0,-2 0 0 0 0,0 0 0 0 0,3 0 0 0 0,-2 0 0 0 0,1 6 0 0 0,-3 0 0 0 0,1 1 0 0 0,-2-2 0 0 0,1-1 0 0 0,4-1 0 0 0,-3-2 0 0 0,2 5 0 0 0,-3 0 0 0 0,12 1 0 0 0,16-2 0 0 0,22-2 0 0 0,15 0 0 0 0,10-2 0 0 0,9-1 0 0 0,4 0 0 0 0,5 0 0 0 0,0-1 0 0 0,1 1 0 0 0,-1 0 0 0 0,-5 0 0 0 0,2 0 0 0 0,-2 0 0 0 0,2 0 0 0 0,-2 0 0 0 0,-18 0 0 0 0,-18 0 0 0 0,-22 0 0 0 0,-12 0 0 0 0,-3 10 0 0 0,-1 4 0 0 0,-5-1 0 0 0,3 3 0 0 0,2-1 0 0 0,-5-4 0 0 0,0 7 0 0 0,-5 1 0 0 0,-1-4 0 0 0,7 2 0 0 0,4-2 0 0 0,-3-5 0 0 0,4 3 0 0 0,2-2 0 0 0,-5-3 0 0 0,4 9 0 0 0,6-5 0 0 0,13-4 0 0 0,13-9 0 0 0,16-9 0 0 0,5-14 0 0 0,4-2 0 0 0,-3-2 0 0 0,-6-7 0 0 0,0 3 0 0 0,-5 1 0 0 0,7 6 0 0 0,5 7 0 0 0,-3-3 0 0 0,6 1 0 0 0,-2 0 0 0 0,0 2 0 0 0,-6 15 0 0 0,-5 14 0 0 0,-6 14 0 0 0,-5 10 0 0 0,-13 8 0 0 0,-6 2 0 0 0,0-1 0 0 0,-3-8 0 0 0,2 0 0 0 0,2-1 0 0 0,5 5 0 0 0,-8-6 0 0 0,0-2 0 0 0,-4-2 0 0 0,3 4 0 0 0,3 2 0 0 0,5-15 0 0 0,14-18 0 0 0,11-8 0 0 0,3-9 0 0 0,-1-12 0 0 0,6-2 0 0 0,-1-2 0 0 0,-4-5 0 0 0,0 2 0 0 0,-4 3 0 0 0,7 0 0 0 0,-1-5 0 0 0,1 4 0 0 0,-3 1 0 0 0,-4 7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2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16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04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7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2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85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80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4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643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87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044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318548" y="745440"/>
            <a:ext cx="6984147" cy="3559859"/>
          </a:xfrm>
        </p:spPr>
        <p:txBody>
          <a:bodyPr/>
          <a:lstStyle/>
          <a:p>
            <a:r>
              <a:rPr lang="tr-TR" b="1" dirty="0">
                <a:latin typeface="Bahnschrift"/>
              </a:rPr>
              <a:t>SOSYAL MEDYADA</a:t>
            </a:r>
            <a:r>
              <a:rPr lang="tr-TR" dirty="0">
                <a:latin typeface="Bahnschrift"/>
              </a:rPr>
              <a:t> ÇOCUK</a:t>
            </a:r>
            <a:r>
              <a:rPr lang="tr-TR" b="1" dirty="0">
                <a:latin typeface="Bahnschrift"/>
              </a:rPr>
              <a:t> GÜVENLİĞİ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/>
              <a:t>Muhammed Burak Aksu</a:t>
            </a:r>
          </a:p>
          <a:p>
            <a:r>
              <a:rPr lang="tr-TR" sz="1900" dirty="0">
                <a:latin typeface="Open Sans"/>
                <a:ea typeface="Open Sans"/>
                <a:cs typeface="Open Sans"/>
              </a:rPr>
              <a:t>360125013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147396-26C3-20F5-137C-D401DF611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C21F77-D0BC-82AB-28CD-5F059A1C4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sz="2000" dirty="0">
                <a:latin typeface="Bahnschrift"/>
              </a:rPr>
              <a:t>Sosyal medyada çocukların uygunsuz içeriklere maruz kalması ve bu durumun nasıl önüne geçileceği.</a:t>
            </a:r>
          </a:p>
        </p:txBody>
      </p:sp>
      <p:pic>
        <p:nvPicPr>
          <p:cNvPr id="4" name="Resim 3" descr="Social Media Icon Images – Browse 2,787,665 Stock Photos, Vectors, and  Video | Adobe Stock">
            <a:extLst>
              <a:ext uri="{FF2B5EF4-FFF2-40B4-BE49-F238E27FC236}">
                <a16:creationId xmlns:a16="http://schemas.microsoft.com/office/drawing/2014/main" id="{8AA01E94-BCFA-9B92-B102-0D2692909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23852"/>
            <a:ext cx="115062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5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2530D1-FDDF-1478-4C6D-BE14DE07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Çözülmesi gereken sorun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7297FDA-29C2-4BCA-2DB1-A53ABB55E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sz="2000" dirty="0">
                <a:latin typeface="Bahnschrift"/>
              </a:rPr>
              <a:t>Ebeveynlerin çocukların sosyal medya kullanımıyla ilgili gerekli sorumlulukları almamaları.</a:t>
            </a:r>
          </a:p>
          <a:p>
            <a:r>
              <a:rPr lang="tr-TR" sz="2000" dirty="0">
                <a:latin typeface="Bahnschrift"/>
              </a:rPr>
              <a:t>Sosyal medya algoritmalarının bu tür içerikleri çocuklardan uzak tutmak için yeterli olmaması.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986267F-0DAB-8986-0BF1-C0EEE898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10-E0CF-412A-9196-0D697FFCEF21}" type="datetime1">
              <a:t>2.11.2025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CB6A2D9-C7C3-75F2-4DAF-6F680FFB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9238E89-709D-16DF-A00B-70F43253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Mürekkep 6">
                <a:extLst>
                  <a:ext uri="{FF2B5EF4-FFF2-40B4-BE49-F238E27FC236}">
                    <a16:creationId xmlns:a16="http://schemas.microsoft.com/office/drawing/2014/main" id="{8A6A542A-6312-BA8C-11DA-A2017249CA6B}"/>
                  </a:ext>
                </a:extLst>
              </p14:cNvPr>
              <p14:cNvContentPartPr/>
              <p14:nvPr/>
            </p14:nvContentPartPr>
            <p14:xfrm>
              <a:off x="281478" y="87007"/>
              <a:ext cx="774420" cy="223149"/>
            </p14:xfrm>
          </p:contentPart>
        </mc:Choice>
        <mc:Fallback xmlns="">
          <p:pic>
            <p:nvPicPr>
              <p:cNvPr id="7" name="Mürekkep 6">
                <a:extLst>
                  <a:ext uri="{FF2B5EF4-FFF2-40B4-BE49-F238E27FC236}">
                    <a16:creationId xmlns:a16="http://schemas.microsoft.com/office/drawing/2014/main" id="{8A6A542A-6312-BA8C-11DA-A2017249CA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845" y="69399"/>
                <a:ext cx="810046" cy="258723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Resim 8" descr="Social media addiction art Black and White Stock Photos &amp; Images - Alamy">
            <a:extLst>
              <a:ext uri="{FF2B5EF4-FFF2-40B4-BE49-F238E27FC236}">
                <a16:creationId xmlns:a16="http://schemas.microsoft.com/office/drawing/2014/main" id="{745DEE40-93CC-A6B7-89AD-A518A04FE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3899" y="3718226"/>
            <a:ext cx="3135527" cy="325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8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2BA496-C293-5710-6DE0-DC14415D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Çalışmanın amacı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7F7E91-A0B2-FB10-CCA7-269BB7063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sz="2000" dirty="0">
                <a:latin typeface="Bahnschrift"/>
              </a:rPr>
              <a:t>Bu çalışma çocukların sosyal medyada ne kadar uygunsuz içeriklere maruz kaldığını, bunun psikolojik gelişimi ne kadar etkilediğini ve bu konuda alınabilecek önlemleri araştırmayı amaçlamaktadır.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CEE4FFF-23F6-0ADA-6638-14302148B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33B0-3840-4F10-BDB1-F5C38BF43918}" type="datetime1">
              <a:t>2.11.2025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060E24E-73B9-AE3D-CF12-993B7636C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559E134-91C8-C6E0-8E6E-64146E91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4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Mürekkep 6">
                <a:extLst>
                  <a:ext uri="{FF2B5EF4-FFF2-40B4-BE49-F238E27FC236}">
                    <a16:creationId xmlns:a16="http://schemas.microsoft.com/office/drawing/2014/main" id="{290BB649-EC8A-2D71-B5C1-2934CCEDDEC3}"/>
                  </a:ext>
                </a:extLst>
              </p14:cNvPr>
              <p14:cNvContentPartPr/>
              <p14:nvPr/>
            </p14:nvContentPartPr>
            <p14:xfrm>
              <a:off x="158300" y="143115"/>
              <a:ext cx="867304" cy="177626"/>
            </p14:xfrm>
          </p:contentPart>
        </mc:Choice>
        <mc:Fallback xmlns="">
          <p:pic>
            <p:nvPicPr>
              <p:cNvPr id="7" name="Mürekkep 6">
                <a:extLst>
                  <a:ext uri="{FF2B5EF4-FFF2-40B4-BE49-F238E27FC236}">
                    <a16:creationId xmlns:a16="http://schemas.microsoft.com/office/drawing/2014/main" id="{290BB649-EC8A-2D71-B5C1-2934CCEDDE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666" y="125137"/>
                <a:ext cx="902932" cy="213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Mürekkep 7">
                <a:extLst>
                  <a:ext uri="{FF2B5EF4-FFF2-40B4-BE49-F238E27FC236}">
                    <a16:creationId xmlns:a16="http://schemas.microsoft.com/office/drawing/2014/main" id="{2CE7E966-A33A-DB74-9C2D-A5230166B335}"/>
                  </a:ext>
                </a:extLst>
              </p14:cNvPr>
              <p14:cNvContentPartPr/>
              <p14:nvPr/>
            </p14:nvContentPartPr>
            <p14:xfrm>
              <a:off x="470289" y="32438"/>
              <a:ext cx="622050" cy="292956"/>
            </p14:xfrm>
          </p:contentPart>
        </mc:Choice>
        <mc:Fallback xmlns="">
          <p:pic>
            <p:nvPicPr>
              <p:cNvPr id="8" name="Mürekkep 7">
                <a:extLst>
                  <a:ext uri="{FF2B5EF4-FFF2-40B4-BE49-F238E27FC236}">
                    <a16:creationId xmlns:a16="http://schemas.microsoft.com/office/drawing/2014/main" id="{2CE7E966-A33A-DB74-9C2D-A5230166B3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660" y="14465"/>
                <a:ext cx="657668" cy="3285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Mürekkep 8">
                <a:extLst>
                  <a:ext uri="{FF2B5EF4-FFF2-40B4-BE49-F238E27FC236}">
                    <a16:creationId xmlns:a16="http://schemas.microsoft.com/office/drawing/2014/main" id="{19E6F6C2-7E5F-39F5-FFEC-A6A313357050}"/>
                  </a:ext>
                </a:extLst>
              </p14:cNvPr>
              <p14:cNvContentPartPr/>
              <p14:nvPr/>
            </p14:nvContentPartPr>
            <p14:xfrm>
              <a:off x="621812" y="176014"/>
              <a:ext cx="338941" cy="204131"/>
            </p14:xfrm>
          </p:contentPart>
        </mc:Choice>
        <mc:Fallback xmlns="">
          <p:pic>
            <p:nvPicPr>
              <p:cNvPr id="9" name="Mürekkep 8">
                <a:extLst>
                  <a:ext uri="{FF2B5EF4-FFF2-40B4-BE49-F238E27FC236}">
                    <a16:creationId xmlns:a16="http://schemas.microsoft.com/office/drawing/2014/main" id="{19E6F6C2-7E5F-39F5-FFEC-A6A3133570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3841" y="158404"/>
                <a:ext cx="374524" cy="2397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7158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7CBC61-080F-CDDF-38C4-467626D1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Yapılacak Çalışmalar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EC8429-EBC2-1653-5271-FA5633C7C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sz="2000" dirty="0">
                <a:latin typeface="Bahnschrift"/>
              </a:rPr>
              <a:t>Sosyal Medya algoritmasının "çocuk videosu" olarak önerdiği videoların gerçekten çocuklara uygun olup olmadığıyla ilgili deney.</a:t>
            </a:r>
          </a:p>
          <a:p>
            <a:r>
              <a:rPr lang="tr-TR" sz="2000" dirty="0">
                <a:latin typeface="Bahnschrift"/>
              </a:rPr>
              <a:t>Deneyde sıfırdan sosyal medya hesapları açılarak çocukların beğeneceği tarzda videolar beğenip algoritmanın çocuk videosu önermesi sağlanacak ve videoların çocuklara uygunluğu gözlemlenecektir.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3CEA282-8E62-885F-1759-489C5619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F18A-D148-4D27-922A-C9CB6FA3B575}" type="datetime1">
              <a:t>2.11.2025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A493827-27E2-9484-4228-F7D7C8A3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305D9CB-1C7A-9D74-943E-032563EB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Mürekkep 6">
                <a:extLst>
                  <a:ext uri="{FF2B5EF4-FFF2-40B4-BE49-F238E27FC236}">
                    <a16:creationId xmlns:a16="http://schemas.microsoft.com/office/drawing/2014/main" id="{3934C0A1-2634-02BE-73EE-3B62A13D0BD8}"/>
                  </a:ext>
                </a:extLst>
              </p14:cNvPr>
              <p14:cNvContentPartPr/>
              <p14:nvPr/>
            </p14:nvContentPartPr>
            <p14:xfrm>
              <a:off x="336634" y="132439"/>
              <a:ext cx="934838" cy="257930"/>
            </p14:xfrm>
          </p:contentPart>
        </mc:Choice>
        <mc:Fallback xmlns="">
          <p:pic>
            <p:nvPicPr>
              <p:cNvPr id="7" name="Mürekkep 6">
                <a:extLst>
                  <a:ext uri="{FF2B5EF4-FFF2-40B4-BE49-F238E27FC236}">
                    <a16:creationId xmlns:a16="http://schemas.microsoft.com/office/drawing/2014/main" id="{3934C0A1-2634-02BE-73EE-3B62A13D0B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643" y="114452"/>
                <a:ext cx="970461" cy="2935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6977392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6" baseType="lpstr">
      <vt:lpstr>DylanVTI</vt:lpstr>
      <vt:lpstr>SOSYAL MEDYADA ÇOCUK GÜVENLİĞİ</vt:lpstr>
      <vt:lpstr>Konu</vt:lpstr>
      <vt:lpstr>Çözülmesi gereken sorun</vt:lpstr>
      <vt:lpstr>Çalışmanın amacı</vt:lpstr>
      <vt:lpstr>Yapılacak Çalışmalar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</cp:revision>
  <dcterms:created xsi:type="dcterms:W3CDTF">2025-11-02T11:58:40Z</dcterms:created>
  <dcterms:modified xsi:type="dcterms:W3CDTF">2025-11-02T12:36:04Z</dcterms:modified>
</cp:coreProperties>
</file>