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59" r:id="rId5"/>
    <p:sldId id="260" r:id="rId6"/>
    <p:sldId id="261" r:id="rId7"/>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1CFB2C-1A8F-B50B-06B9-2377CCBF5E69}" v="508" dt="2025-11-05T18:03:47.6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context>
    <inkml:brush xml:id="br0">
      <inkml:brushProperty name="width" value="0.1" units="cm"/>
      <inkml:brushProperty name="height" value="0.1" units="cm"/>
    </inkml:brush>
  </inkml:definitions>
  <inkml:trace contextRef="#ctx0" brushRef="#br0">23722 10029 16383 0 0,'-11'0'0'0'0,"-8"0"0"0"0,-11 0 0 0 0,-2-5 0 0 0,1-2 0 0 0,5-10 0 0 0,2-2 0 0 0,-6 2 0 0 0,3-1 0 0 0,0 2 0 0 0,-5 4 0 0 0,-3 4 0 0 0,5-7 0 0 0,-3-1 0 0 0,-2 2 0 0 0,7-1 0 0 0,1 1 0 0 0,-4 3 0 0 0,2-1 0 0 0,2 1 0 0 0,-6-8 0 0 0,-1-1 0 0 0,-7 3 0 0 0,-1 5 0 0 0,2 4 0 0 0,-3 3 0 0 0,0 3 0 0 0,-2 2 0 0 0,11 0 0 0 0,17 6 0 0 0,21 2 0 0 0,16-1 0 0 0,9-1 0 0 0,11 3 0 0 0,3 1 0 0 0,5-2 0 0 0,-6 3 0 0 0,-4 0 0 0 0,1-3 0 0 0,-1-1 0 0 0,-6 7 0 0 0,-4 2 0 0 0,4-2 0 0 0,-4 2 0 0 0,-1-2 0 0 0,6-3 0 0 0,-4 7 0 0 0,-6-5 0 0 0,-13-5 0 0 0,-7-8 0 0 0,-10-5 0 0 0,-4-12 0 0 0,1-8 0 0 0,-10 0 0 0 0,0 0 0 0 0,-3 3 0 0 0,4-5 0 0 0,-2 3 0 0 0,4-1 0 0 0,-6 5 0 0 0,-4 5 0 0 0,2-5 0 0 0,-5 1 0 0 0,-2 4 0 0 0,-7 4 0 0 0,9 4 0 0 0,10 8 0 0 0,13 5 0 0 0,7 6 0 0 0,15 0 0 0 0,5 10 0 0 0,4 1 0 0 0,-2 1 0 0 0,5-3 0 0 0,4-6 0 0 0,-3 1 0 0 0,-2-3 0 0 0,5-3 0 0 0,-2-4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context>
    <inkml:brush xml:id="br0">
      <inkml:brushProperty name="width" value="0.1" units="cm"/>
      <inkml:brushProperty name="height" value="0.1" units="cm"/>
    </inkml:brush>
  </inkml:definitions>
  <inkml:trace contextRef="#ctx0" brushRef="#br0">22978 9772 16383 0 0,'6'0'0'0'0,"6"0"0"0"0,7 0 0 0 0,5 0 0 0 0,4 0 0 0 0,2 0 0 0 0,1 0 0 0 0,1 0 0 0 0,-5 6 0 0 0,-7 6 0 0 0,-8 7 0 0 0,-10-1 0 0 0,-11-2 0 0 0,-9-4 0 0 0,-7-5 0 0 0,-4-3 0 0 0,-3-2 0 0 0,0-2 0 0 0,-1 0 0 0 0,0-1 0 0 0,1-5 0 0 0,6-7 0 0 0,12-1 0 0 0,14 2 0 0 0,12 2 0 0 0,9 4 0 0 0,2-3 0 0 0,1 1 0 0 0,2 1 0 0 0,2 1 0 0 0,2 3 0 0 0,0 2 0 0 0,1 0 0 0 0,0 1 0 0 0,0 0 0 0 0,0 0 0 0 0,-6-4 0 0 0,-1-8 0 0 0,1-2 0 0 0,-5-3 0 0 0,-5-4 0 0 0,-11 1 0 0 0,-11 5 0 0 0,-4 4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context>
    <inkml:brush xml:id="br0">
      <inkml:brushProperty name="width" value="0.35" units="cm"/>
      <inkml:brushProperty name="height" value="0.35" units="cm"/>
    </inkml:brush>
  </inkml:definitions>
  <inkml:trace contextRef="#ctx0" brushRef="#br0">24830 8914 16383 0 0,'-5'-10'0'0'0,"-13"-4"0"0"0,-2-5 0 0 0,-4 2 0 0 0,-3 3 0 0 0,-7 4 0 0 0,-3 3 0 0 0,-5-6 0 0 0,-2-3 0 0 0,-3 3 0 0 0,1 3 0 0 0,4 3 0 0 0,-3 3 0 0 0,2 2 0 0 0,-2-3 0 0 0,1-2 0 0 0,-2 1 0 0 0,1 1 0 0 0,-7 2 0 0 0,0 1 0 0 0,-2 1 0 0 0,-7-10 0 0 0,2-2 0 0 0,0 0 0 0 0,5 2 0 0 0,-4 4 0 0 0,-3 2 0 0 0,5 3 0 0 0,-5 1 0 0 0,-2 1 0 0 0,-6 1 0 0 0,3-1 0 0 0,-2 1 0 0 0,5-6 0 0 0,3-2 0 0 0,-5 1 0 0 0,5 1 0 0 0,1 1 0 0 0,6 2 0 0 0,1 0 0 0 0,4 2 0 0 0,6 0 0 0 0,-1 0 0 0 0,1 0 0 0 0,-2 1 0 0 0,2-1 0 0 0,-4 0 0 0 0,2 0 0 0 0,2 0 0 0 0,-1 0 0 0 0,1 0 0 0 0,-3 0 0 0 0,1 0 0 0 0,3 0 0 0 0,-2 0 0 0 0,1 0 0 0 0,-3 0 0 0 0,2 0 0 0 0,-4 0 0 0 0,3 0 0 0 0,2 0 0 0 0,-2 0 0 0 0,2 0 0 0 0,-3 0 0 0 0,2 0 0 0 0,-4 0 0 0 0,3 0 0 0 0,2 0 0 0 0,-2 0 0 0 0,13 0 0 0 0,10 11 0 0 0,15 2 0 0 0,13 1 0 0 0,16 2 0 0 0,10-2 0 0 0,9 8 0 0 0,3 0 0 0 0,4 1 0 0 0,-1 2 0 0 0,-4-3 0 0 0,7-6 0 0 0,5 6 0 0 0,8-2 0 0 0,0-3 0 0 0,3-6 0 0 0,12 7 0 0 0,7-1 0 0 0,-4-2 0 0 0,-2-4 0 0 0,7-5 0 0 0,4-2 0 0 0,3-2 0 0 0,0 3 0 0 0,6 2 0 0 0,1-1 0 0 0,-1-2 0 0 0,-2-1 0 0 0,-7-1 0 0 0,-3-1 0 0 0,-1-1 0 0 0,0 0 0 0 0,1 0 0 0 0,-4 0 0 0 0,0 0 0 0 0,0-1 0 0 0,-8 1 0 0 0,-1 0 0 0 0,-4 0 0 0 0,2 0 0 0 0,-6 0 0 0 0,-3 0 0 0 0,1 0 0 0 0,-3 0 0 0 0,-3 0 0 0 0,-6 0 0 0 0,-7 0 0 0 0,0 0 0 0 0,-4 0 0 0 0,3 0 0 0 0,-13-10 0 0 0,-16-4 0 0 0,-22 1 0 0 0,-15-3 0 0 0,-9 1 0 0 0,-9-1 0 0 0,-5 1 0 0 0,-9-7 0 0 0,-17 1 0 0 0,-2-3 0 0 0,-4 5 0 0 0,-5 4 0 0 0,1-6 0 0 0,-1 2 0 0 0,-3-7 0 0 0,2 0 0 0 0,0 6 0 0 0,-2 0 0 0 0,-2 4 0 0 0,-3 5 0 0 0,-6-7 0 0 0,-3 1 0 0 0,9 2 0 0 0,6 4 0 0 0,-6 4 0 0 0,9 3 0 0 0,1 2 0 0 0,4 2 0 0 0,9 1 0 0 0,12-1 0 0 0,3 1 0 0 0,6 0 0 0 0,0-1 0 0 0,2 1 0 0 0,-1-1 0 0 0,11 0 0 0 0,11 10 0 0 0,16 4 0 0 0,18-1 0 0 0,13-2 0 0 0,12 2 0 0 0,5 9 0 0 0,1 1 0 0 0,14 2 0 0 0,13 6 0 0 0,10-1 0 0 0,7-6 0 0 0,10 4 0 0 0,3-4 0 0 0,12-5 0 0 0,18 4 0 0 0,2-2 0 0 0,4-4 0 0 0,12 0 0 0 0,5-3 0 0 0,9-3 0 0 0,3-5 0 0 0,-11-2 0 0 0,-17-2 0 0 0,1-2 0 0 0,-8-1 0 0 0,-11 1 0 0 0,-9-1 0 0 0,-9 0 0 0 0,-10 1 0 0 0,-15 0 0 0 0,-11-1 0 0 0,-11 1 0 0 0,-4 0 0 0 0,-6 0 0 0 0,-4 0 0 0 0,0 0 0 0 0,0 1 0 0 0,-8-7 0 0 0,2-1 0 0 0,-6-10 0 0 0,-12-2 0 0 0,-14 2 0 0 0,-8-1 0 0 0,-13-8 0 0 0,-8 0 0 0 0,-16 0 0 0 0,-21-7 0 0 0,-5 3 0 0 0,-6-4 0 0 0,-11-2 0 0 0,-8-5 0 0 0,-12-6 0 0 0,-21-5 0 0 0,-4 6 0 0 0,-10 5 0 0 0,-9 0 0 0 0,-3 7 0 0 0,-9-2 0 0 0,-1-5 0 0 0,-5 5 0 0 0,10-2 0 0 0,1-6 0 0 0,2 1 0 0 0,10 6 0 0 0,10 11 0 0 0,12-2 0 0 0,11 5 0 0 0,9 6 0 0 0,2 5 0 0 0,1 6 0 0 0,13-2 0 0 0,11 0 0 0 0,14 2 0 0 0,5-8 0 0 0,19-3 0 0 0,21 3 0 0 0,24 2 0 0 0,15 5 0 0 0,15 2 0 0 0,7 9 0 0 0,10 2 0 0 0,3 1 0 0 0,6-1 0 0 0,13 3 0 0 0,11 1 0 0 0,4-1 0 0 0,20 7 0 0 0,5 2 0 0 0,10-2 0 0 0,14-5 0 0 0,0 7 0 0 0,1 1 0 0 0,9-4 0 0 0,-6-4 0 0 0,-2-3 0 0 0,8-4 0 0 0,-8-3 0 0 0,-11 0 0 0 0,-13 3 0 0 0,-5 2 0 0 0,-7 0 0 0 0,-5-1 0 0 0,-4-2 0 0 0,-9-1 0 0 0,-13-1 0 0 0,-10 0 0 0 0,-10-1 0 0 0,-25 0 0 0 0,-23-1 0 0 0,-23 1 0 0 0,-14 0 0 0 0,-12 0 0 0 0,-5 0 0 0 0,-9 0 0 0 0,-11-11 0 0 0,-16-3 0 0 0,-8 1 0 0 0,-5 2 0 0 0,-2 4 0 0 0,1 2 0 0 0,-5-3 0 0 0,-11 0 0 0 0,-17 2 0 0 0,-2 1 0 0 0,-6 2 0 0 0,-4 1 0 0 0,-10 1 0 0 0,6-9 0 0 0,-5-4 0 0 0,-1 1 0 0 0,8 3 0 0 0,14 2 0 0 0,13 4 0 0 0,5 2 0 0 0,7 1 0 0 0,5 1 0 0 0,14 0 0 0 0,7 1 0 0 0,6-1 0 0 0,20 1 0 0 0,35-1 0 0 0,27 11 0 0 0,15 3 0 0 0,21 4 0 0 0,23 0 0 0 0,15 6 0 0 0,10 0 0 0 0,9-4 0 0 0,4-6 0 0 0,-1-5 0 0 0,7 6 0 0 0,17 1 0 0 0,2-3 0 0 0,4-3 0 0 0,11-4 0 0 0,7-2 0 0 0,3-2 0 0 0,6-2 0 0 0,2 0 0 0 0,-11-1 0 0 0,-16 0 0 0 0,-11 1 0 0 0,-10-1 0 0 0,-11 1 0 0 0,-16 0 0 0 0,-14 0 0 0 0,-15 0 0 0 0,-6 0 0 0 0,-7 5 0 0 0,-23 2 0 0 0,-20 0 0 0 0,-21-2 0 0 0,-14-1 0 0 0,-5-2 0 0 0,-9-1 0 0 0,0 0 0 0 0,-4-1 0 0 0,-9-11 0 0 0,-11-3 0 0 0,2 1 0 0 0,-3 2 0 0 0,-12-2 0 0 0,4 1 0 0 0,-1 3 0 0 0,-7 2 0 0 0,-6 4 0 0 0,-2 1 0 0 0,0 1 0 0 0,-1 1 0 0 0,-5 1 0 0 0,-1-1 0 0 0,12 1 0 0 0,5-1 0 0 0,6 0 0 0 0,2 1 0 0 0,7-1 0 0 0,1 0 0 0 0,6 0 0 0 0,3 0 0 0 0,7 0 0 0 0,1 0 0 0 0,5 0 0 0 0,20 0 0 0 0,20 0 0 0 0,21 0 0 0 0,14 0 0 0 0,6 5 0 0 0,9 2 0 0 0,1-1 0 0 0,4 0 0 0 0,-1 8 0 0 0,-4 2 0 0 0,1-1 0 0 0,9 1 0 0 0,0-1 0 0 0,7-4 0 0 0,13-4 0 0 0,11 8 0 0 0,-5 1 0 0 0,5-2 0 0 0,4-4 0 0 0,3 8 0 0 0,0 0 0 0 0,17-3 0 0 0,5-4 0 0 0,-1 7 0 0 0,-4 0 0 0 0,0 2 0 0 0,-2-2 0 0 0,0 6 0 0 0,-1-1 0 0 0,-3-4 0 0 0,-4-6 0 0 0,-3-4 0 0 0,-7-5 0 0 0,-14 3 0 0 0,-9 0 0 0 0,-11-1 0 0 0,-24-2 0 0 0,-24-1 0 0 0,-23-1 0 0 0,-14-2 0 0 0,-12 0 0 0 0,-5 0 0 0 0,-9 0 0 0 0,-1-6 0 0 0,-1-1 0 0 0,-6 0 0 0 0,2-8 0 0 0,2-3 0 0 0,5 2 0 0 0,-3-1 0 0 0,-8 2 0 0 0,-2 4 0 0 0,-6-7 0 0 0,4-1 0 0 0,-6-6 0 0 0,4-1 0 0 0,-1 6 0 0 0,6 5 0 0 0,-5 1 0 0 0,-7 2 0 0 0,4 3 0 0 0,1 4 0 0 0,-4 1 0 0 0,1 3 0 0 0,9 1 0 0 0,0 0 0 0 0,-4 1 0 0 0,0 0 0 0 0,6-1 0 0 0,5 1 0 0 0,7-1 0 0 0,3 0 0 0 0,-6 0 0 0 0,1 0 0 0 0,6 0 0 0 0,0 0 0 0 0,14 0 0 0 0,18 0 0 0 0,18 0 0 0 0,30 10 0 0 0,25 4 0 0 0,8 5 0 0 0,10-2 0 0 0,12 8 0 0 0,9 9 0 0 0,3 0 0 0 0,6-2 0 0 0,1-5 0 0 0,-1-8 0 0 0,-3-7 0 0 0,13-6 0 0 0,3-3 0 0 0,-2-3 0 0 0,-6-1 0 0 0,-10-1 0 0 0,-16 1 0 0 0,-18 0 0 0 0,-24 0 0 0 0,-30 1 0 0 0,-22-1 0 0 0,-18 1 0 0 0,-11 0 0 0 0,-13 0 0 0 0,-8 0 0 0 0,-9 0 0 0 0,2 0 0 0 0,8 0 0 0 0,-2 0 0 0 0,0 0 0 0 0,-5 0 0 0 0,3 0 0 0 0,-2 0 0 0 0,-1 0 0 0 0,7 0 0 0 0,-3 0 0 0 0,0 0 0 0 0,5 0 0 0 0,-3 0 0 0 0,4 0 0 0 0,-4 0 0 0 0,-2 0 0 0 0,5 0 0 0 0,-3 0 0 0 0,-2 0 0 0 0,5 0 0 0 0,2 0 0 0 0,6 0 0 0 0,6 0 0 0 0,0 0 0 0 0,3 0 0 0 0,-2 0 0 0 0,1 0 0 0 0,-2 0 0 0 0,1 0 0 0 0,18 0 0 0 0,19 0 0 0 0,22 0 0 0 0,12 0 0 0 0,13 0 0 0 0,5 0 0 0 0,10 0 0 0 0,1 0 0 0 0,6 0 0 0 0,14 0 0 0 0,0 0 0 0 0,1 0 0 0 0,-6 0 0 0 0,5 0 0 0 0,6 0 0 0 0,-6 0 0 0 0,-1 0 0 0 0,3 0 0 0 0,-1 0 0 0 0,1 0 0 0 0,-6 0 0 0 0,-1 0 0 0 0,-1 0 0 0 0,-8 0 0 0 0,1 0 0 0 0,1 0 0 0 0,-6 0 0 0 0,-7 0 0 0 0,-2 0 0 0 0,-4 0 0 0 0,-20 0 0 0 0,-20 0 0 0 0,-16 0 0 0 0,-16-5 0 0 0,-9-2 0 0 0,-9 1 0 0 0,-12-10 0 0 0,-12-2 0 0 0,-10-8 0 0 0,-13 0 0 0 0,-6 5 0 0 0,-2 0 0 0 0,1 5 0 0 0,-5 4 0 0 0,1 4 0 0 0,1 4 0 0 0,-2-8 0 0 0,1-2 0 0 0,2-9 0 0 0,2-1 0 0 0,-2-6 0 0 0,0 1 0 0 0,2 1 0 0 0,-14 5 0 0 0,-3 7 0 0 0,2-5 0 0 0,10 1 0 0 0,8-6 0 0 0,14 1 0 0 0,11 0 0 0 0,12 4 0 0 0,6 6 0 0 0,7 5 0 0 0,5-1 0 0 0,1 1 0 0 0,10 3 0 0 0,17 3 0 0 0,16 6 0 0 0,17 4 0 0 0,11 11 0 0 0,11 7 0 0 0,13 1 0 0 0,13 5 0 0 0,16 9 0 0 0,10-3 0 0 0,4-1 0 0 0,16-8 0 0 0,16 3 0 0 0,1-5 0 0 0,9 5 0 0 0,8-3 0 0 0,9 4 0 0 0,4-3 0 0 0,1-6 0 0 0,5 3 0 0 0,-12-2 0 0 0,-5-5 0 0 0,-7-1 0 0 0,-13-3 0 0 0,-2-3 0 0 0,-7-5 0 0 0,-4-2 0 0 0,-5-3 0 0 0,-17-1 0 0 0,-15 0 0 0 0,-15 9 0 0 0,-29 4 0 0 0,-26 0 0 0 0,-25-3 0 0 0,-15-8 0 0 0,-8-4 0 0 0,-8-2 0 0 0,-1-1 0 0 0,-8 2 0 0 0,-6-5 0 0 0,3-1 0 0 0,-5 1 0 0 0,-1 3 0 0 0,4-5 0 0 0,7 1 0 0 0,3 2 0 0 0,-7 1 0 0 0,2 2 0 0 0,-5 2 0 0 0,-4 1 0 0 0,5 1 0 0 0,-4 0 0 0 0,-7 1 0 0 0,-1-1 0 0 0,-5 1 0 0 0,-5-1 0 0 0,-4 0 0 0 0,-4 0 0 0 0,-7 0 0 0 0,-3 0 0 0 0,-1 0 0 0 0,2 0 0 0 0,1 0 0 0 0,7 0 0 0 0,4 0 0 0 0,10 0 0 0 0,8 0 0 0 0,0 0 0 0 0,6-10 0 0 0,4-4 0 0 0,6 1 0 0 0,6 2 0 0 0,2 3 0 0 0,12 4 0 0 0,18 1 0 0 0,16 2 0 0 0,18 1 0 0 0,11 0 0 0 0,16 1 0 0 0,15 0 0 0 0,8-6 0 0 0,8-2 0 0 0,6 1 0 0 0,4 1 0 0 0,3 1 0 0 0,7-9 0 0 0,13-2 0 0 0,19-9 0 0 0,13-1 0 0 0,-2 5 0 0 0,6-6 0 0 0,-5 2 0 0 0,-13 6 0 0 0,5-1 0 0 0,-6 4 0 0 0,1 5 0 0 0,1-7 0 0 0,3-1 0 0 0,-5 3 0 0 0,-3-6 0 0 0,-8 0 0 0 0,-7-7 0 0 0,-8 2 0 0 0,-10 5 0 0 0,-15 1 0 0 0,-11 4 0 0 0,-12 4 0 0 0,-14 0 0 0 0,-24 1 0 0 0,-21 3 0 0 0,-20 2 0 0 0,-21-7 0 0 0,-18-3 0 0 0,-15 3 0 0 0,-13-8 0 0 0,2 0 0 0 0,2 4 0 0 0,-1 4 0 0 0,-5 0 0 0 0,-2 1 0 0 0,-12-7 0 0 0,-8 0 0 0 0,1 2 0 0 0,3 5 0 0 0,-5 4 0 0 0,2 4 0 0 0,0-9 0 0 0,-8-1 0 0 0,3 1 0 0 0,0 3 0 0 0,-5 4 0 0 0,2 2 0 0 0,8 2 0 0 0,1 1 0 0 0,5 1 0 0 0,5 1 0 0 0,5-1 0 0 0,9 1 0 0 0,14-1 0 0 0,15 1 0 0 0,8-1 0 0 0,7 0 0 0 0,1 5 0 0 0,3 2 0 0 0,19 0 0 0 0,19-2 0 0 0,21-1 0 0 0,11-2 0 0 0,8 5 0 0 0,12 0 0 0 0,20 0 0 0 0,24-2 0 0 0,22-2 0 0 0,23-1 0 0 0,15-1 0 0 0,7 0 0 0 0,19-2 0 0 0,15 1 0 0 0,16 0 0 0 0,10 0 0 0 0,9-1 0 0 0,3 1 0 0 0,3 0 0 0 0,-2 0 0 0 0,-8 0 0 0 0,-7 0 0 0 0,-13 0 0 0 0,-10 0 0 0 0,-23 0 0 0 0,-25 0 0 0 0,-21 0 0 0 0,-17 0 0 0 0,-15 0 0 0 0,-20 0 0 0 0,-10 0 0 0 0,-22 0 0 0 0,-24 0 0 0 0,-29 0 0 0 0,-23 0 0 0 0,-22-10 0 0 0,-17-4 0 0 0,-11 1 0 0 0,-7 2 0 0 0,-19-7 0 0 0,-6-1 0 0 0,-10 4 0 0 0,-4-7 0 0 0,-5 0 0 0 0,4 5 0 0 0,-6 4 0 0 0,-7 5 0 0 0,-3-2 0 0 0,-9 2 0 0 0,7 1 0 0 0,3 2 0 0 0,-5 2 0 0 0,-3 2 0 0 0,10 1 0 0 0,-3 0 0 0 0,-1 0 0 0 0,9 0 0 0 0,12 1 0 0 0,-3-1 0 0 0,4 0 0 0 0,10 0 0 0 0,7 0 0 0 0,8 0 0 0 0,0 0 0 0 0,2 0 0 0 0,13 0 0 0 0,10 0 0 0 0,13 0 0 0 0,13 0 0 0 0,4 0 0 0 0,5 0 0 0 0,-1 0 0 0 0,2 0 0 0 0,18 0 0 0 0,19 0 0 0 0,19 0 0 0 0,14 0 0 0 0,6 0 0 0 0,8 0 0 0 0,2 0 0 0 0,3 0 0 0 0,10 0 0 0 0,10 0 0 0 0,10 11 0 0 0,22 3 0 0 0,10 4 0 0 0,13 0 0 0 0,5 6 0 0 0,8 0 0 0 0,12 6 0 0 0,7-2 0 0 0,3-6 0 0 0,6 4 0 0 0,1-3 0 0 0,-1-4 0 0 0,-8-7 0 0 0,-15-4 0 0 0,-15-5 0 0 0,-14-1 0 0 0,-10-3 0 0 0,-2 0 0 0 0,-12 0 0 0 0,-11 0 0 0 0,-24 0 0 0 0,-26 1 0 0 0,-28 0 0 0 0,-19-1 0 0 0,-17-4 0 0 0,-7-2 0 0 0,-11 1 0 0 0,-3-5 0 0 0,-6 0 0 0 0,-13 2 0 0 0,-10 3 0 0 0,6-4 0 0 0,0 1 0 0 0,-7 1 0 0 0,-4 3 0 0 0,-2-9 0 0 0,0-2 0 0 0,-17 2 0 0 0,-4 3 0 0 0,2 4 0 0 0,4 3 0 0 0,-10 2 0 0 0,-2 1 0 0 0,6-9 0 0 0,5-3 0 0 0,2 0 0 0 0,3 3 0 0 0,3 3 0 0 0,4 2 0 0 0,3 3 0 0 0,7 1 0 0 0,13 1 0 0 0,4 1 0 0 0,4 4 0 0 0,7 3 0 0 0,5-1 0 0 0,5-1 0 0 0,7-2 0 0 0,15-2 0 0 0,23-1 0 0 0,18 0 0 0 0,17-1 0 0 0,8 0 0 0 0,9 5 0 0 0,1 1 0 0 0,8 1 0 0 0,0 3 0 0 0,6 0 0 0 0,14-1 0 0 0,8 8 0 0 0,7 2 0 0 0,8 7 0 0 0,4-1 0 0 0,-1-4 0 0 0,-2 5 0 0 0,3-3 0 0 0,0-4 0 0 0,-3-1 0 0 0,-2-3 0 0 0,3-5 0 0 0,1-3 0 0 0,-13 7 0 0 0,-6 1 0 0 0,-6-1 0 0 0,-11-4 0 0 0,-6-3 0 0 0,-19-3 0 0 0,-22 3 0 0 0,-24 0 0 0 0,-16-1 0 0 0,-16-1 0 0 0,-16-2 0 0 0,-16-1 0 0 0,-1-1 0 0 0,-4 9 0 0 0,0 4 0 0 0,-3-1 0 0 0,-4-3 0 0 0,7-2 0 0 0,-1 1 0 0 0,3 1 0 0 0,-2-3 0 0 0,6 9 0 0 0,5 1 0 0 0,7-2 0 0 0,3-3 0 0 0,5-5 0 0 0,6 3 0 0 0,-1-1 0 0 0,13-2 0 0 0,16-2 0 0 0,16-2 0 0 0,17-1 0 0 0,12-2 0 0 0,11 0 0 0 0,13 0 0 0 0,3 0 0 0 0,7-1 0 0 0,3 1 0 0 0,6 0 0 0 0,6 0 0 0 0,-6 0 0 0 0,0 0 0 0 0,4 0 0 0 0,9 0 0 0 0,5 0 0 0 0,3 0 0 0 0,1 0 0 0 0,0 0 0 0 0,14 0 0 0 0,5 0 0 0 0,-2 0 0 0 0,7 0 0 0 0,2 0 0 0 0,-2 0 0 0 0,-8 0 0 0 0,-5 0 0 0 0,-7 0 0 0 0,-9 0 0 0 0,-15 0 0 0 0,-10 0 0 0 0,-22 0 0 0 0,-23 0 0 0 0,-25-11 0 0 0,-18-3 0 0 0,-10 1 0 0 0,-11-3 0 0 0,-2 2 0 0 0,-9 2 0 0 0,-7-6 0 0 0,-8-1 0 0 0,3 4 0 0 0,1-2 0 0 0,-3 3 0 0 0,4 3 0 0 0,-2-7 0 0 0,-6 0 0 0 0,0 3 0 0 0,-5 4 0 0 0,6 4 0 0 0,5-2 0 0 0,-2 0 0 0 0,5 2 0 0 0,8 2 0 0 0,-2 2 0 0 0,-13 1 0 0 0,2 2 0 0 0,0-5 0 0 0,-3-2 0 0 0,6 1 0 0 0,7 1 0 0 0,5 1 0 0 0,5 2 0 0 0,0 1 0 0 0,4 1 0 0 0,-2 0 0 0 0,3 0 0 0 0,2 0 0 0 0,9 6 0 0 0,10 11 0 0 0,8 9 0 0 0,12 0 0 0 0,6 5 0 0 0,14 4 0 0 0,7 0 0 0 0,12 5 0 0 0,3 1 0 0 0,6 3 0 0 0,1 1 0 0 0,-3 2 0 0 0,1-2 0 0 0,-1-8 0 0 0,2-5 0 0 0,-2 2 0 0 0,8 1 0 0 0,5-6 0 0 0,9 3 0 0 0,-2-4 0 0 0,-2-2 0 0 0,-5 5 0 0 0,-2-2 0 0 0,4-2 0 0 0,-1-4 0 0 0,-7 3 0 0 0,0-2 0 0 0,-5-5 0 0 0,1-1 0 0 0,-2-3 0 0 0,1-5 0 0 0,-2-3 0 0 0,-3-4 0 0 0,2 9 0 0 0,-11 2 0 0 0,-17-1 0 0 0,-16 2 0 0 0,-19-1 0 0 0,-10 7 0 0 0,-11 0 0 0 0,-4-3 0 0 0,-4-5 0 0 0,1-5 0 0 0,-8-4 0 0 0,1 4 0 0 0,-5-1 0 0 0,-4-1 0 0 0,4-2 0 0 0,2-1 0 0 0,-5 4 0 0 0,3 1 0 0 0,-3-2 0 0 0,-3 0 0 0 0,6-3 0 0 0,2 10 0 0 0,-4 1 0 0 0,2 0 0 0 0,7-4 0 0 0,2-2 0 0 0,4-4 0 0 0,0 4 0 0 0,3-1 0 0 0,3 0 0 0 0,14-2 0 0 0,22-2 0 0 0,18-2 0 0 0,16 0 0 0 0,19-1 0 0 0,17 0 0 0 0,13 10 0 0 0,4 4 0 0 0,4 9 0 0 0,2 2 0 0 0,-8 0 0 0 0,-2-2 0 0 0,6 4 0 0 0,-5 3 0 0 0,-1-4 0 0 0,-3 5 0 0 0,1-3 0 0 0,-7-2 0 0 0,-5-5 0 0 0,-8-5 0 0 0,-8-1 0 0 0,-2-3 0 0 0,-4-4 0 0 0,-19-2 0 0 0,-19-3 0 0 0,-15-2 0 0 0,-16-1 0 0 0,-9 0 0 0 0,-9-1 0 0 0,-2 0 0 0 0,-3 1 0 0 0,2-1 0 0 0,3 1 0 0 0,-6 0 0 0 0,-15 0 0 0 0,-2 0 0 0 0,-4 0 0 0 0,-2 0 0 0 0,-2 0 0 0 0,-5 0 0 0 0,6 0 0 0 0,6 0 0 0 0,-1 0 0 0 0,5-10 0 0 0,10-4 0 0 0,3 0 0 0 0,5 4 0 0 0,1 2 0 0 0,2-2 0 0 0,-1 1 0 0 0,1 1 0 0 0,3 3 0 0 0,-1 2 0 0 0,0 1 0 0 0,-2-4 0 0 0,0-1 0 0 0,-2 1 0 0 0,12 1 0 0 0,16 1 0 0 0,23 2 0 0 0,15 1 0 0 0,14 1 0 0 0,8 5 0 0 0,0 2 0 0 0,5 11 0 0 0,-1 1 0 0 0,2 4 0 0 0,-1-3 0 0 0,1 6 0 0 0,-2 3 0 0 0,-4-2 0 0 0,1 4 0 0 0,0-3 0 0 0,1-7 0 0 0,0-1 0 0 0,-3-4 0 0 0,1 0 0 0 0,0-2 0 0 0,3 6 0 0 0,-1 1 0 0 0,-19-10 0 0 0,-18-11 0 0 0,-21-5 0 0 0,-9-8 0 0 0,-4-1 0 0 0,-4-9 0 0 0,-7-6 0 0 0,-2 3 0 0 0,-5 5 0 0 0,1 6 0 0 0,1-5 0 0 0,-1 2 0 0 0,1 3 0 0 0,-3 4 0 0 0,2 0 0 0 0,-2 0 0 0 0,1 3 0 0 0,3 3 0 0 0,-1-9 0 0 0,0-1 0 0 0,-1 1 0 0 0,0-2 0 0 0,-2 2 0 0 0,1 4 0 0 0,4-3 0 0 0,-3 2 0 0 0,-9 2 0 0 0,0 3 0 0 0,-2-8 0 0 0,3-2 0 0 0,0 2 0 0 0,4 4 0 0 0,9 8 0 0 0,13 10 0 0 0,20 3 0 0 0,16 6 0 0 0,18 10 0 0 0,3 5 0 0 0,2-2 0 0 0,6 4 0 0 0,1 1 0 0 0,0 6 0 0 0,2 0 0 0 0,1-1 0 0 0,2 3 0 0 0,-1-1 0 0 0,3 4 0 0 0,-2-2 0 0 0,-3 3 0 0 0,2-2 0 0 0,-2-3 0 0 0,3 1 0 0 0,-1-1 0 0 0,-3-7 0 0 0,2 0 0 0 0,-1-6 0 0 0,2-2 0 0 0,0-1 0 0 0,2-4 0 0 0,-1 4 0 0 0,-3-3 0 0 0,1-4 0 0 0,-6-1 0 0 0,-4-4 0 0 0,-18-3 0 0 0,-18-4 0 0 0,-7-14 0 0 0,-2-11 0 0 0,-5-7 0 0 0,-10 0 0 0 0,-5-6 0 0 0,3-2 0 0 0,-4 3 0 0 0,-2-2 0 0 0,-6-3 0 0 0,5 1 0 0 0,3 6 0 0 0,2-3 0 0 0,6-2 0 0 0,-3 6 0 0 0,3-4 0 0 0,1-1 0 0 0,-6 4 0 0 0,2-3 0 0 0,1 3 0 0 0,-1 7 0 0 0,5 2 0 0 0,-4-2 0 0 0,-3 4 0 0 0,3-7 0 0 0,-3 1 0 0 0,-2 5 0 0 0,4 0 0 0 0,-4 3 0 0 0,4-6 0 0 0,12 5 0 0 0,14 11 0 0 0,18 17 0 0 0,11 11 0 0 0,11 7 0 0 0,0 9 0 0 0,-2 3 0 0 0,-2 5 0 0 0,5 0 0 0 0,-1 1 0 0 0,-5-1 0 0 0,1-9 0 0 0,-5-5 0 0 0,-2 1 0 0 0,0 1 0 0 0,-5 4 0 0 0,4-4 0 0 0,-2-2 0 0 0,-6-3 0 0 0,0-5 0 0 0,-3 2 0 0 0,6-2 0 0 0,-6-6 0 0 0,-5-12 0 0 0,-9-11 0 0 0,-6-11 0 0 0,-12-3 0 0 0,-2-9 0 0 0,-5-4 0 0 0,-2 2 0 0 0,3-4 0 0 0,-6-1 0 0 0,-2-1 0 0 0,4-5 0 0 0,-4 5 0 0 0,3 3 0 0 0,1-3 0 0 0,1-2 0 0 0,3-4 0 0 0,-3-1 0 0 0,-4 2 0 0 0,4-3 0 0 0,7 1 0 0 0,-5 7 0 0 0,2 0 0 0 0,5 10 0 0 0,11 15 0 0 0,6 20 0 0 0,8 13 0 0 0,13 8 0 0 0,4 9 0 0 0,2 3 0 0 0,2 5 0 0 0,-5-1 0 0 0,6 2 0 0 0,-4-1 0 0 0,-1-5 0 0 0,7 1 0 0 0,-3-1 0 0 0,-1 2 0 0 0,-6-1 0 0 0,-5-4 0 0 0,-2 3 0 0 0,8-1 0 0 0,0 3 0 0 0,-5-2 0 0 0,1 4 0 0 0,7-3 0 0 0,0-2 0 0 0,-1 2 0 0 0,-3-2 0 0 0,4-8 0 0 0,-1 1 0 0 0,-1 0 0 0 0,-4 4 0 0 0,0 1 0 0 0,-4-2 0 0 0,6-6 0 0 0,5-10 0 0 0,-3 3 0 0 0,6-4 0 0 0,-3 1 0 0 0,-11-4 0 0 0,-14-5 0 0 0,-6-15 0 0 0,-14-7 0 0 0,-4-8 0 0 0,-2 0 0 0 0,1-3 0 0 0,1 2 0 0 0,-7 4 0 0 0,1-6 0 0 0,1 1 0 0 0,-6-3 0 0 0,-2-7 0 0 0,-6 2 0 0 0,4-1 0 0 0,3 5 0 0 0,3-4 0 0 0,-5-3 0 0 0,-1 4 0 0 0,6 1 0 0 0,-3 4 0 0 0,0-3 0 0 0,6 6 0 0 0,17 7 0 0 0,11 10 0 0 0,11 6 0 0 0,3 6 0 0 0,10 3 0 0 0,1 8 0 0 0,1 6 0 0 0,2-2 0 0 0,6 6 0 0 0,-2 1 0 0 0,-2-3 0 0 0,4-8 0 0 0,3 3 0 0 0,4-3 0 0 0,-4 0 0 0 0,-3 2 0 0 0,-19-8 0 0 0,-16-8 0 0 0,-18-15 0 0 0,-12-11 0 0 0,-11-4 0 0 0,2-7 0 0 0,3 0 0 0 0,1 1 0 0 0,-2-6 0 0 0,-1 3 0 0 0,-3 7 0 0 0,4 2 0 0 0,4 5 0 0 0,19 5 0 0 0,16 5 0 0 0,9 14 0 0 0,2 11 0 0 0,9 2 0 0 0,7-2 0 0 0,-1 7 0 0 0,-1-2 0 0 0,-4 1 0 0 0,4-3 0 0 0,3-6 0 0 0,-3 5 0 0 0,4-1 0 0 0,-3 2 0 0 0,0-3 0 0 0,4 1 0 0 0,-1 7 0 0 0,-2 0 0 0 0,-6 0 0 0 0,-5 7 0 0 0,-7-3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4406-9FC5-ACFE-893D-D4EADEB1A89D}"/>
              </a:ext>
            </a:extLst>
          </p:cNvPr>
          <p:cNvSpPr>
            <a:spLocks noGrp="1"/>
          </p:cNvSpPr>
          <p:nvPr>
            <p:ph type="ctrTitle"/>
          </p:nvPr>
        </p:nvSpPr>
        <p:spPr>
          <a:xfrm>
            <a:off x="308388" y="745440"/>
            <a:ext cx="8132227" cy="3559859"/>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BC0AF19C-C14B-F137-2DE9-1992459045F5}"/>
              </a:ext>
            </a:extLst>
          </p:cNvPr>
          <p:cNvSpPr>
            <a:spLocks noGrp="1"/>
          </p:cNvSpPr>
          <p:nvPr>
            <p:ph type="subTitle" idx="1"/>
          </p:nvPr>
        </p:nvSpPr>
        <p:spPr>
          <a:xfrm>
            <a:off x="317308" y="4669316"/>
            <a:ext cx="8132227" cy="13504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7AC6A999-B8D4-1774-9F1B-9F9FE1B3BFA6}"/>
              </a:ext>
            </a:extLst>
          </p:cNvPr>
          <p:cNvSpPr>
            <a:spLocks noGrp="1"/>
          </p:cNvSpPr>
          <p:nvPr>
            <p:ph type="dt" sz="half" idx="10"/>
          </p:nvPr>
        </p:nvSpPr>
        <p:spPr/>
        <p:txBody>
          <a:bodyPr/>
          <a:lstStyle/>
          <a:p>
            <a:fld id="{F2EE3B7B-C7B5-42CF-90CF-67B3D21B2314}" type="datetimeFigureOut">
              <a:rPr lang="en-US" dirty="0"/>
              <a:t>11/5/2025</a:t>
            </a:fld>
            <a:endParaRPr lang="en-US" dirty="0"/>
          </a:p>
        </p:txBody>
      </p:sp>
      <p:sp>
        <p:nvSpPr>
          <p:cNvPr id="5" name="Footer Placeholder 4">
            <a:extLst>
              <a:ext uri="{FF2B5EF4-FFF2-40B4-BE49-F238E27FC236}">
                <a16:creationId xmlns:a16="http://schemas.microsoft.com/office/drawing/2014/main" id="{61165D5D-2AE2-6F91-D1EB-6DD8FC3CE64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F0029E4-3A4E-970A-17A8-1E17D37D1F2B}"/>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41709575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D22A-1F6D-0DE5-E04A-DC466353DA6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04ADD6F-7C93-3CD3-AC8D-28A78787CB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9706E74-14FC-84D9-4B41-7D9FB0D573C4}"/>
              </a:ext>
            </a:extLst>
          </p:cNvPr>
          <p:cNvSpPr>
            <a:spLocks noGrp="1"/>
          </p:cNvSpPr>
          <p:nvPr>
            <p:ph type="dt" sz="half" idx="10"/>
          </p:nvPr>
        </p:nvSpPr>
        <p:spPr/>
        <p:txBody>
          <a:bodyPr/>
          <a:lstStyle/>
          <a:p>
            <a:fld id="{0F996519-E62D-4F8C-AE1E-36928EC7D15C}" type="datetimeFigureOut">
              <a:rPr lang="en-US" dirty="0"/>
              <a:t>11/5/2025</a:t>
            </a:fld>
            <a:endParaRPr lang="en-US" dirty="0"/>
          </a:p>
        </p:txBody>
      </p:sp>
      <p:sp>
        <p:nvSpPr>
          <p:cNvPr id="5" name="Footer Placeholder 4">
            <a:extLst>
              <a:ext uri="{FF2B5EF4-FFF2-40B4-BE49-F238E27FC236}">
                <a16:creationId xmlns:a16="http://schemas.microsoft.com/office/drawing/2014/main" id="{1F35A7DC-6292-6181-949E-F8BC3FA11BA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050F5C6-EADC-E072-B19B-49BB11DF0309}"/>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20882998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2054-1AE7-534F-0CFE-1F0628A09FC1}"/>
              </a:ext>
            </a:extLst>
          </p:cNvPr>
          <p:cNvSpPr>
            <a:spLocks noGrp="1"/>
          </p:cNvSpPr>
          <p:nvPr>
            <p:ph type="title"/>
          </p:nvPr>
        </p:nvSpPr>
        <p:spPr>
          <a:xfrm>
            <a:off x="340138" y="2243708"/>
            <a:ext cx="9156288" cy="3776091"/>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3988EC2A-45C7-131C-0F4A-56E62EB029C2}"/>
              </a:ext>
            </a:extLst>
          </p:cNvPr>
          <p:cNvSpPr>
            <a:spLocks noGrp="1"/>
          </p:cNvSpPr>
          <p:nvPr>
            <p:ph type="body" idx="1"/>
          </p:nvPr>
        </p:nvSpPr>
        <p:spPr>
          <a:xfrm>
            <a:off x="340137" y="838201"/>
            <a:ext cx="9156289" cy="140550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75A323-2679-E978-8856-2FEBE8F5AE45}"/>
              </a:ext>
            </a:extLst>
          </p:cNvPr>
          <p:cNvSpPr>
            <a:spLocks noGrp="1"/>
          </p:cNvSpPr>
          <p:nvPr>
            <p:ph type="dt" sz="half" idx="10"/>
          </p:nvPr>
        </p:nvSpPr>
        <p:spPr/>
        <p:txBody>
          <a:bodyPr/>
          <a:lstStyle/>
          <a:p>
            <a:fld id="{6477AEB6-FCE1-4CD5-923B-84E54F1460D5}" type="datetimeFigureOut">
              <a:rPr lang="en-US" dirty="0"/>
              <a:t>11/5/2025</a:t>
            </a:fld>
            <a:endParaRPr lang="en-US" dirty="0"/>
          </a:p>
        </p:txBody>
      </p:sp>
      <p:sp>
        <p:nvSpPr>
          <p:cNvPr id="5" name="Footer Placeholder 4">
            <a:extLst>
              <a:ext uri="{FF2B5EF4-FFF2-40B4-BE49-F238E27FC236}">
                <a16:creationId xmlns:a16="http://schemas.microsoft.com/office/drawing/2014/main" id="{2C971DC2-625E-0477-BF8C-F3CDDCE4B11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EF1A644-D449-E464-C2DF-F045A51899D0}"/>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423406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719-44A3-3EE8-D757-F0E0F9632AEC}"/>
              </a:ext>
            </a:extLst>
          </p:cNvPr>
          <p:cNvSpPr>
            <a:spLocks noGrp="1"/>
          </p:cNvSpPr>
          <p:nvPr>
            <p:ph type="title"/>
          </p:nvPr>
        </p:nvSpPr>
        <p:spPr>
          <a:xfrm>
            <a:off x="303197" y="750627"/>
            <a:ext cx="10846556" cy="1304150"/>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40440DC2-69F2-A056-508C-F5138E71FCA2}"/>
              </a:ext>
            </a:extLst>
          </p:cNvPr>
          <p:cNvSpPr>
            <a:spLocks noGrp="1"/>
          </p:cNvSpPr>
          <p:nvPr>
            <p:ph sz="half" idx="1"/>
          </p:nvPr>
        </p:nvSpPr>
        <p:spPr>
          <a:xfrm>
            <a:off x="1056961" y="2075250"/>
            <a:ext cx="4571288" cy="4101492"/>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DA2243E-0673-54F2-5B38-DF5D2C7367F4}"/>
              </a:ext>
            </a:extLst>
          </p:cNvPr>
          <p:cNvSpPr>
            <a:spLocks noGrp="1"/>
          </p:cNvSpPr>
          <p:nvPr>
            <p:ph sz="half" idx="2"/>
          </p:nvPr>
        </p:nvSpPr>
        <p:spPr>
          <a:xfrm>
            <a:off x="6379560" y="2075250"/>
            <a:ext cx="4770191" cy="4101492"/>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AE946B7D-7BAF-8DE9-FB5A-282908B03106}"/>
              </a:ext>
            </a:extLst>
          </p:cNvPr>
          <p:cNvSpPr>
            <a:spLocks noGrp="1"/>
          </p:cNvSpPr>
          <p:nvPr>
            <p:ph type="dt" sz="half" idx="10"/>
          </p:nvPr>
        </p:nvSpPr>
        <p:spPr/>
        <p:txBody>
          <a:bodyPr/>
          <a:lstStyle/>
          <a:p>
            <a:fld id="{96374C2F-71A1-43C9-B2F6-A4FAC8157F1A}" type="datetimeFigureOut">
              <a:rPr lang="en-US" dirty="0"/>
              <a:t>11/5/2025</a:t>
            </a:fld>
            <a:endParaRPr lang="en-US" dirty="0"/>
          </a:p>
        </p:txBody>
      </p:sp>
      <p:sp>
        <p:nvSpPr>
          <p:cNvPr id="6" name="Footer Placeholder 5">
            <a:extLst>
              <a:ext uri="{FF2B5EF4-FFF2-40B4-BE49-F238E27FC236}">
                <a16:creationId xmlns:a16="http://schemas.microsoft.com/office/drawing/2014/main" id="{0AF99017-BDD7-56C7-43AE-4B86AC78194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CF6E7D63-14BF-E333-B350-75DA58E281CF}"/>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3083534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7F72-3970-859F-C268-E9940EF2D0E4}"/>
              </a:ext>
            </a:extLst>
          </p:cNvPr>
          <p:cNvSpPr>
            <a:spLocks noGrp="1"/>
          </p:cNvSpPr>
          <p:nvPr>
            <p:ph type="title"/>
          </p:nvPr>
        </p:nvSpPr>
        <p:spPr>
          <a:xfrm>
            <a:off x="305649" y="743803"/>
            <a:ext cx="10764271" cy="1025362"/>
          </a:xfrm>
        </p:spPr>
        <p:txBody>
          <a:bodyPr anchor="t"/>
          <a:lstStyle/>
          <a:p>
            <a:r>
              <a:rPr lang="en-US" dirty="0"/>
              <a:t>Click to edit Master title style</a:t>
            </a:r>
          </a:p>
        </p:txBody>
      </p:sp>
      <p:sp>
        <p:nvSpPr>
          <p:cNvPr id="3" name="Text Placeholder 2">
            <a:extLst>
              <a:ext uri="{FF2B5EF4-FFF2-40B4-BE49-F238E27FC236}">
                <a16:creationId xmlns:a16="http://schemas.microsoft.com/office/drawing/2014/main" id="{F9B37CC6-89B8-3CF3-6973-1B5B71782F56}"/>
              </a:ext>
            </a:extLst>
          </p:cNvPr>
          <p:cNvSpPr>
            <a:spLocks noGrp="1"/>
          </p:cNvSpPr>
          <p:nvPr>
            <p:ph type="body" idx="1"/>
          </p:nvPr>
        </p:nvSpPr>
        <p:spPr>
          <a:xfrm>
            <a:off x="1056961"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0650EB0-E35B-DA3D-B6A1-2422B01C6005}"/>
              </a:ext>
            </a:extLst>
          </p:cNvPr>
          <p:cNvSpPr>
            <a:spLocks noGrp="1"/>
          </p:cNvSpPr>
          <p:nvPr>
            <p:ph sz="half" idx="2"/>
          </p:nvPr>
        </p:nvSpPr>
        <p:spPr>
          <a:xfrm>
            <a:off x="1056961" y="2678597"/>
            <a:ext cx="4571287" cy="35067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57A15D0-F178-1506-0E61-C8FFDF9BD6B5}"/>
              </a:ext>
            </a:extLst>
          </p:cNvPr>
          <p:cNvSpPr>
            <a:spLocks noGrp="1"/>
          </p:cNvSpPr>
          <p:nvPr>
            <p:ph type="body" sz="quarter" idx="3"/>
          </p:nvPr>
        </p:nvSpPr>
        <p:spPr>
          <a:xfrm>
            <a:off x="6498633"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56CB421-A65A-A7DC-40A7-D8B76F9C3A3A}"/>
              </a:ext>
            </a:extLst>
          </p:cNvPr>
          <p:cNvSpPr>
            <a:spLocks noGrp="1"/>
          </p:cNvSpPr>
          <p:nvPr>
            <p:ph sz="quarter" idx="4"/>
          </p:nvPr>
        </p:nvSpPr>
        <p:spPr>
          <a:xfrm>
            <a:off x="6498633" y="2678596"/>
            <a:ext cx="4571287" cy="350670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7AF5675-5329-D2DB-FAFF-700D076CA886}"/>
              </a:ext>
            </a:extLst>
          </p:cNvPr>
          <p:cNvSpPr>
            <a:spLocks noGrp="1"/>
          </p:cNvSpPr>
          <p:nvPr>
            <p:ph type="dt" sz="half" idx="10"/>
          </p:nvPr>
        </p:nvSpPr>
        <p:spPr/>
        <p:txBody>
          <a:bodyPr/>
          <a:lstStyle/>
          <a:p>
            <a:fld id="{AD631DCC-9916-4BB7-A2E9-25EC84C740A7}" type="datetimeFigureOut">
              <a:rPr lang="en-US" dirty="0"/>
              <a:t>11/5/2025</a:t>
            </a:fld>
            <a:endParaRPr lang="en-US" dirty="0"/>
          </a:p>
        </p:txBody>
      </p:sp>
      <p:sp>
        <p:nvSpPr>
          <p:cNvPr id="8" name="Footer Placeholder 7">
            <a:extLst>
              <a:ext uri="{FF2B5EF4-FFF2-40B4-BE49-F238E27FC236}">
                <a16:creationId xmlns:a16="http://schemas.microsoft.com/office/drawing/2014/main" id="{D1392A97-07D9-5E5C-2A31-3B7D764CE1B8}"/>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4E626143-8FEE-0ABD-25C7-C34AF6568B83}"/>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2562538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6EFE-D86C-B076-D4D1-FAD1883E0813}"/>
              </a:ext>
            </a:extLst>
          </p:cNvPr>
          <p:cNvSpPr>
            <a:spLocks noGrp="1"/>
          </p:cNvSpPr>
          <p:nvPr>
            <p:ph type="title"/>
          </p:nvPr>
        </p:nvSpPr>
        <p:spPr>
          <a:xfrm>
            <a:off x="308387" y="757766"/>
            <a:ext cx="7240293" cy="3547534"/>
          </a:xfrm>
        </p:spPr>
        <p:txBody>
          <a:bodyPr anchor="t"/>
          <a:lstStyle/>
          <a:p>
            <a:r>
              <a:rPr lang="en-US" dirty="0"/>
              <a:t>Click to edit Master title style</a:t>
            </a:r>
          </a:p>
        </p:txBody>
      </p:sp>
      <p:sp>
        <p:nvSpPr>
          <p:cNvPr id="3" name="Date Placeholder 2">
            <a:extLst>
              <a:ext uri="{FF2B5EF4-FFF2-40B4-BE49-F238E27FC236}">
                <a16:creationId xmlns:a16="http://schemas.microsoft.com/office/drawing/2014/main" id="{C23F3B23-C631-4B62-3211-30222ABE1C33}"/>
              </a:ext>
            </a:extLst>
          </p:cNvPr>
          <p:cNvSpPr>
            <a:spLocks noGrp="1"/>
          </p:cNvSpPr>
          <p:nvPr>
            <p:ph type="dt" sz="half" idx="10"/>
          </p:nvPr>
        </p:nvSpPr>
        <p:spPr/>
        <p:txBody>
          <a:bodyPr/>
          <a:lstStyle/>
          <a:p>
            <a:fld id="{AF59146A-335D-4B7F-86AE-5D483B1F631C}" type="datetimeFigureOut">
              <a:rPr lang="en-US" dirty="0"/>
              <a:t>11/5/2025</a:t>
            </a:fld>
            <a:endParaRPr lang="en-US" dirty="0"/>
          </a:p>
        </p:txBody>
      </p:sp>
      <p:sp>
        <p:nvSpPr>
          <p:cNvPr id="4" name="Footer Placeholder 3">
            <a:extLst>
              <a:ext uri="{FF2B5EF4-FFF2-40B4-BE49-F238E27FC236}">
                <a16:creationId xmlns:a16="http://schemas.microsoft.com/office/drawing/2014/main" id="{7789A1FB-EA0D-F6A3-A4EB-001AA082AAFF}"/>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C6D671B7-A902-587D-89D0-ECFB738FD702}"/>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670928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A27D49-E5B4-0E67-FCFC-62A04E705682}"/>
              </a:ext>
            </a:extLst>
          </p:cNvPr>
          <p:cNvSpPr>
            <a:spLocks noGrp="1"/>
          </p:cNvSpPr>
          <p:nvPr>
            <p:ph type="dt" sz="half" idx="10"/>
          </p:nvPr>
        </p:nvSpPr>
        <p:spPr/>
        <p:txBody>
          <a:bodyPr/>
          <a:lstStyle/>
          <a:p>
            <a:fld id="{DD71D8EC-8E17-4CE6-99C2-C22488572868}" type="datetimeFigureOut">
              <a:rPr lang="en-US" dirty="0"/>
              <a:t>11/5/2025</a:t>
            </a:fld>
            <a:endParaRPr lang="en-US" dirty="0"/>
          </a:p>
        </p:txBody>
      </p:sp>
      <p:sp>
        <p:nvSpPr>
          <p:cNvPr id="3" name="Footer Placeholder 2">
            <a:extLst>
              <a:ext uri="{FF2B5EF4-FFF2-40B4-BE49-F238E27FC236}">
                <a16:creationId xmlns:a16="http://schemas.microsoft.com/office/drawing/2014/main" id="{6B0E4B02-DD32-C63F-6FEE-BC36E2EFD012}"/>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CF25FA8B-18F7-7DDC-74E0-B1C7139E7B05}"/>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515737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D42A-8FC3-F6BE-4CF7-1490DE4FD462}"/>
              </a:ext>
            </a:extLst>
          </p:cNvPr>
          <p:cNvSpPr>
            <a:spLocks noGrp="1"/>
          </p:cNvSpPr>
          <p:nvPr>
            <p:ph type="title"/>
          </p:nvPr>
        </p:nvSpPr>
        <p:spPr>
          <a:xfrm>
            <a:off x="317395" y="766636"/>
            <a:ext cx="3951745" cy="1510628"/>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0CAA2BAA-1CCB-696D-D506-5E1747080119}"/>
              </a:ext>
            </a:extLst>
          </p:cNvPr>
          <p:cNvSpPr>
            <a:spLocks noGrp="1"/>
          </p:cNvSpPr>
          <p:nvPr>
            <p:ph idx="1"/>
          </p:nvPr>
        </p:nvSpPr>
        <p:spPr>
          <a:xfrm>
            <a:off x="5105400" y="702452"/>
            <a:ext cx="6249988" cy="531734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0B3C3E7-B970-EF6C-A6D3-6CB81C948775}"/>
              </a:ext>
            </a:extLst>
          </p:cNvPr>
          <p:cNvSpPr>
            <a:spLocks noGrp="1"/>
          </p:cNvSpPr>
          <p:nvPr>
            <p:ph type="body" sz="half" idx="2"/>
          </p:nvPr>
        </p:nvSpPr>
        <p:spPr>
          <a:xfrm>
            <a:off x="323953" y="2277264"/>
            <a:ext cx="3752747" cy="374253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6F32464-D130-7DA0-050D-B444566B1A2F}"/>
              </a:ext>
            </a:extLst>
          </p:cNvPr>
          <p:cNvSpPr>
            <a:spLocks noGrp="1"/>
          </p:cNvSpPr>
          <p:nvPr>
            <p:ph type="dt" sz="half" idx="10"/>
          </p:nvPr>
        </p:nvSpPr>
        <p:spPr/>
        <p:txBody>
          <a:bodyPr/>
          <a:lstStyle/>
          <a:p>
            <a:fld id="{9A750ABA-DFFA-4B13-BB77-624D9164A38B}" type="datetimeFigureOut">
              <a:rPr lang="en-US" dirty="0"/>
              <a:t>11/5/2025</a:t>
            </a:fld>
            <a:endParaRPr lang="en-US" dirty="0"/>
          </a:p>
        </p:txBody>
      </p:sp>
      <p:sp>
        <p:nvSpPr>
          <p:cNvPr id="6" name="Footer Placeholder 5">
            <a:extLst>
              <a:ext uri="{FF2B5EF4-FFF2-40B4-BE49-F238E27FC236}">
                <a16:creationId xmlns:a16="http://schemas.microsoft.com/office/drawing/2014/main" id="{3FC2B3B4-209E-187A-6F86-2F2EAD9F747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36A2A86-6CB1-F027-66AC-8EBFA9D0647A}"/>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2040686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8F49-A418-C21F-25DC-E4C2E1716387}"/>
              </a:ext>
            </a:extLst>
          </p:cNvPr>
          <p:cNvSpPr>
            <a:spLocks noGrp="1"/>
          </p:cNvSpPr>
          <p:nvPr>
            <p:ph type="title"/>
          </p:nvPr>
        </p:nvSpPr>
        <p:spPr>
          <a:xfrm>
            <a:off x="318972" y="765850"/>
            <a:ext cx="3995693" cy="177477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378CDE2-0C1B-D3BE-F399-98D983EF4534}"/>
              </a:ext>
            </a:extLst>
          </p:cNvPr>
          <p:cNvSpPr>
            <a:spLocks noGrp="1" noChangeAspect="1"/>
          </p:cNvSpPr>
          <p:nvPr>
            <p:ph type="pic" idx="1"/>
          </p:nvPr>
        </p:nvSpPr>
        <p:spPr>
          <a:xfrm>
            <a:off x="5105400" y="838200"/>
            <a:ext cx="6249988" cy="51815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38786322-CA2D-A634-C10E-4F22BCE48B7F}"/>
              </a:ext>
            </a:extLst>
          </p:cNvPr>
          <p:cNvSpPr>
            <a:spLocks noGrp="1"/>
          </p:cNvSpPr>
          <p:nvPr>
            <p:ph type="body" sz="half" idx="2"/>
          </p:nvPr>
        </p:nvSpPr>
        <p:spPr>
          <a:xfrm>
            <a:off x="340137" y="2552699"/>
            <a:ext cx="3736563" cy="3467099"/>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DAD0DD6-F55F-4437-DEC5-FA6028509A2D}"/>
              </a:ext>
            </a:extLst>
          </p:cNvPr>
          <p:cNvSpPr>
            <a:spLocks noGrp="1"/>
          </p:cNvSpPr>
          <p:nvPr>
            <p:ph type="dt" sz="half" idx="10"/>
          </p:nvPr>
        </p:nvSpPr>
        <p:spPr>
          <a:xfrm>
            <a:off x="340137" y="63202"/>
            <a:ext cx="2743200" cy="318221"/>
          </a:xfrm>
        </p:spPr>
        <p:txBody>
          <a:bodyPr/>
          <a:lstStyle/>
          <a:p>
            <a:fld id="{3220A08F-2B1D-4498-A043-7C299B1C2561}" type="datetimeFigureOut">
              <a:rPr lang="en-US" dirty="0"/>
              <a:t>11/5/2025</a:t>
            </a:fld>
            <a:endParaRPr lang="en-US" dirty="0"/>
          </a:p>
        </p:txBody>
      </p:sp>
      <p:sp>
        <p:nvSpPr>
          <p:cNvPr id="6" name="Footer Placeholder 5">
            <a:extLst>
              <a:ext uri="{FF2B5EF4-FFF2-40B4-BE49-F238E27FC236}">
                <a16:creationId xmlns:a16="http://schemas.microsoft.com/office/drawing/2014/main" id="{595B46D7-EE7C-E399-6A6B-18237228F6B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F211B808-3207-D755-3B0B-E1D8814B2FA1}"/>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911289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CDEBC-9F49-FA9D-D13C-DB380A6281E2}"/>
              </a:ext>
            </a:extLst>
          </p:cNvPr>
          <p:cNvSpPr>
            <a:spLocks noGrp="1"/>
          </p:cNvSpPr>
          <p:nvPr>
            <p:ph type="title"/>
          </p:nvPr>
        </p:nvSpPr>
        <p:spPr>
          <a:xfrm>
            <a:off x="308387" y="757451"/>
            <a:ext cx="10875953" cy="1214650"/>
          </a:xfrm>
        </p:spPr>
        <p:txBody>
          <a:bodyPr anchor="t"/>
          <a:lstStyle/>
          <a:p>
            <a:r>
              <a:rPr lang="en-US" dirty="0"/>
              <a:t>Click to edit Master title style</a:t>
            </a:r>
          </a:p>
        </p:txBody>
      </p:sp>
      <p:sp>
        <p:nvSpPr>
          <p:cNvPr id="3" name="Vertical Text Placeholder 2">
            <a:extLst>
              <a:ext uri="{FF2B5EF4-FFF2-40B4-BE49-F238E27FC236}">
                <a16:creationId xmlns:a16="http://schemas.microsoft.com/office/drawing/2014/main" id="{BA00CB13-23E6-D711-450C-A85A0CB99576}"/>
              </a:ext>
            </a:extLst>
          </p:cNvPr>
          <p:cNvSpPr>
            <a:spLocks noGrp="1"/>
          </p:cNvSpPr>
          <p:nvPr>
            <p:ph type="body" orient="vert" idx="1"/>
          </p:nvPr>
        </p:nvSpPr>
        <p:spPr>
          <a:xfrm>
            <a:off x="335467" y="1972101"/>
            <a:ext cx="10848873" cy="404769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089BB7B-5C14-76DB-FEA8-3DBC09A96516}"/>
              </a:ext>
            </a:extLst>
          </p:cNvPr>
          <p:cNvSpPr>
            <a:spLocks noGrp="1"/>
          </p:cNvSpPr>
          <p:nvPr>
            <p:ph type="dt" sz="half" idx="10"/>
          </p:nvPr>
        </p:nvSpPr>
        <p:spPr/>
        <p:txBody>
          <a:bodyPr/>
          <a:lstStyle/>
          <a:p>
            <a:fld id="{6BAD9902-F134-45BD-ABD2-80C28059B090}" type="datetimeFigureOut">
              <a:rPr lang="en-US" dirty="0"/>
              <a:t>11/5/2025</a:t>
            </a:fld>
            <a:endParaRPr lang="en-US" dirty="0"/>
          </a:p>
        </p:txBody>
      </p:sp>
      <p:sp>
        <p:nvSpPr>
          <p:cNvPr id="5" name="Footer Placeholder 4">
            <a:extLst>
              <a:ext uri="{FF2B5EF4-FFF2-40B4-BE49-F238E27FC236}">
                <a16:creationId xmlns:a16="http://schemas.microsoft.com/office/drawing/2014/main" id="{48BC13CC-29B3-9FDC-C746-D5D65CC2A5D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AB52A12-895F-E9BE-5289-4E0411BD3F4B}"/>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3243868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A17614-2270-537D-8B09-6CB65016AD8F}"/>
              </a:ext>
            </a:extLst>
          </p:cNvPr>
          <p:cNvSpPr>
            <a:spLocks noGrp="1"/>
          </p:cNvSpPr>
          <p:nvPr>
            <p:ph type="title" orient="vert"/>
          </p:nvPr>
        </p:nvSpPr>
        <p:spPr>
          <a:xfrm>
            <a:off x="9359496" y="755981"/>
            <a:ext cx="2277552" cy="5338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80BC98B5-885C-CBB1-A858-76F65F7D28BD}"/>
              </a:ext>
            </a:extLst>
          </p:cNvPr>
          <p:cNvSpPr>
            <a:spLocks noGrp="1"/>
          </p:cNvSpPr>
          <p:nvPr>
            <p:ph type="body" orient="vert" idx="1"/>
          </p:nvPr>
        </p:nvSpPr>
        <p:spPr>
          <a:xfrm>
            <a:off x="838199" y="755981"/>
            <a:ext cx="8230086" cy="5338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E5DAFE-6A83-FB7D-72DF-232EFE20424E}"/>
              </a:ext>
            </a:extLst>
          </p:cNvPr>
          <p:cNvSpPr>
            <a:spLocks noGrp="1"/>
          </p:cNvSpPr>
          <p:nvPr>
            <p:ph type="dt" sz="half" idx="10"/>
          </p:nvPr>
        </p:nvSpPr>
        <p:spPr/>
        <p:txBody>
          <a:bodyPr/>
          <a:lstStyle/>
          <a:p>
            <a:fld id="{C2B04DB0-379A-41B7-9B29-7F42F0D571D5}" type="datetimeFigureOut">
              <a:rPr lang="en-US" dirty="0"/>
              <a:t>11/5/2025</a:t>
            </a:fld>
            <a:endParaRPr lang="en-US" dirty="0"/>
          </a:p>
        </p:txBody>
      </p:sp>
      <p:sp>
        <p:nvSpPr>
          <p:cNvPr id="5" name="Footer Placeholder 4">
            <a:extLst>
              <a:ext uri="{FF2B5EF4-FFF2-40B4-BE49-F238E27FC236}">
                <a16:creationId xmlns:a16="http://schemas.microsoft.com/office/drawing/2014/main" id="{43B41CCF-A3CD-506E-3AAE-CAEFA8C1BB1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20DD9D-25C2-0EDF-A6F4-71946D57B3CD}"/>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642014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F45E2-9197-4E34-029A-725ADAC0C752}"/>
              </a:ext>
            </a:extLst>
          </p:cNvPr>
          <p:cNvSpPr>
            <a:spLocks noGrp="1"/>
          </p:cNvSpPr>
          <p:nvPr>
            <p:ph type="title"/>
          </p:nvPr>
        </p:nvSpPr>
        <p:spPr>
          <a:xfrm>
            <a:off x="308387" y="620202"/>
            <a:ext cx="9956747" cy="143878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8CC19E-63FE-1D76-2550-01FD9A6D9A95}"/>
              </a:ext>
            </a:extLst>
          </p:cNvPr>
          <p:cNvSpPr>
            <a:spLocks noGrp="1"/>
          </p:cNvSpPr>
          <p:nvPr>
            <p:ph type="body" idx="1"/>
          </p:nvPr>
        </p:nvSpPr>
        <p:spPr>
          <a:xfrm>
            <a:off x="335467" y="2306781"/>
            <a:ext cx="9956747" cy="38701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BDFA067-55BA-33CD-E6F2-B24B2D5DE896}"/>
              </a:ext>
            </a:extLst>
          </p:cNvPr>
          <p:cNvSpPr>
            <a:spLocks noGrp="1"/>
          </p:cNvSpPr>
          <p:nvPr>
            <p:ph type="dt" sz="half" idx="2"/>
          </p:nvPr>
        </p:nvSpPr>
        <p:spPr>
          <a:xfrm>
            <a:off x="340137" y="63202"/>
            <a:ext cx="2743200" cy="318221"/>
          </a:xfrm>
          <a:prstGeom prst="rect">
            <a:avLst/>
          </a:prstGeom>
        </p:spPr>
        <p:txBody>
          <a:bodyPr vert="horz" lIns="91440" tIns="45720" rIns="91440" bIns="45720" rtlCol="0" anchor="ctr"/>
          <a:lstStyle>
            <a:lvl1pPr algn="l">
              <a:defRPr sz="800">
                <a:solidFill>
                  <a:schemeClr val="tx1"/>
                </a:solidFill>
              </a:defRPr>
            </a:lvl1pPr>
          </a:lstStyle>
          <a:p>
            <a:fld id="{567E9B64-DC09-41C8-9DE3-DA74AF8D2F97}" type="datetimeFigureOut">
              <a:rPr lang="en-US" dirty="0"/>
              <a:t>11/5/2025</a:t>
            </a:fld>
            <a:endParaRPr lang="en-US" dirty="0"/>
          </a:p>
        </p:txBody>
      </p:sp>
      <p:sp>
        <p:nvSpPr>
          <p:cNvPr id="5" name="Footer Placeholder 4">
            <a:extLst>
              <a:ext uri="{FF2B5EF4-FFF2-40B4-BE49-F238E27FC236}">
                <a16:creationId xmlns:a16="http://schemas.microsoft.com/office/drawing/2014/main" id="{C965EAE2-7EF5-FFAA-CD74-AA63C671197D}"/>
              </a:ext>
            </a:extLst>
          </p:cNvPr>
          <p:cNvSpPr>
            <a:spLocks noGrp="1"/>
          </p:cNvSpPr>
          <p:nvPr>
            <p:ph type="ftr" sz="quarter" idx="3"/>
          </p:nvPr>
        </p:nvSpPr>
        <p:spPr>
          <a:xfrm>
            <a:off x="7344016" y="6424761"/>
            <a:ext cx="4059936" cy="365125"/>
          </a:xfrm>
          <a:prstGeom prst="rect">
            <a:avLst/>
          </a:prstGeom>
        </p:spPr>
        <p:txBody>
          <a:bodyPr vert="horz" lIns="91440" tIns="45720" rIns="91440" bIns="45720" rtlCol="0" anchor="ctr"/>
          <a:lstStyle>
            <a:lvl1pPr algn="r">
              <a:defRPr sz="800" b="0" cap="all" spc="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D109DC1A-2539-3AE9-11EA-B87D22E62CDB}"/>
              </a:ext>
            </a:extLst>
          </p:cNvPr>
          <p:cNvSpPr>
            <a:spLocks noGrp="1"/>
          </p:cNvSpPr>
          <p:nvPr>
            <p:ph type="sldNum" sz="quarter" idx="4"/>
          </p:nvPr>
        </p:nvSpPr>
        <p:spPr>
          <a:xfrm>
            <a:off x="11403951" y="6425816"/>
            <a:ext cx="429768" cy="365125"/>
          </a:xfrm>
          <a:prstGeom prst="rect">
            <a:avLst/>
          </a:prstGeom>
        </p:spPr>
        <p:txBody>
          <a:bodyPr vert="horz" lIns="91440" tIns="45720" rIns="91440" bIns="45720" rtlCol="0" anchor="ctr"/>
          <a:lstStyle>
            <a:lvl1pPr algn="r">
              <a:defRPr sz="800">
                <a:solidFill>
                  <a:schemeClr val="tx1"/>
                </a:solidFill>
              </a:defRPr>
            </a:lvl1pPr>
          </a:lstStyle>
          <a:p>
            <a:fld id="{6E91CC32-6A6B-4E2E-BBA1-6864F305DA26}" type="slidenum">
              <a:rPr lang="en-US" dirty="0"/>
              <a:t>‹#›</a:t>
            </a:fld>
            <a:endParaRPr lang="en-US" dirty="0"/>
          </a:p>
        </p:txBody>
      </p:sp>
    </p:spTree>
    <p:extLst>
      <p:ext uri="{BB962C8B-B14F-4D97-AF65-F5344CB8AC3E}">
        <p14:creationId xmlns:p14="http://schemas.microsoft.com/office/powerpoint/2010/main" val="1896274754"/>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528">
          <p15:clr>
            <a:srgbClr val="F26B43"/>
          </p15:clr>
        </p15:guide>
        <p15:guide id="19" orient="horz" pos="2160">
          <p15:clr>
            <a:srgbClr val="F26B43"/>
          </p15:clr>
        </p15:guide>
        <p15:guide id="20"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9.svg"/><Relationship Id="rId3" Type="http://schemas.openxmlformats.org/officeDocument/2006/relationships/image" Target="../media/image2.svg"/><Relationship Id="rId7" Type="http://schemas.openxmlformats.org/officeDocument/2006/relationships/image" Target="../media/image4.png"/><Relationship Id="rId12"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7.svg"/><Relationship Id="rId5" Type="http://schemas.openxmlformats.org/officeDocument/2006/relationships/image" Target="../media/image3.png"/><Relationship Id="rId10" Type="http://schemas.openxmlformats.org/officeDocument/2006/relationships/image" Target="../media/image6.png"/><Relationship Id="rId4" Type="http://schemas.openxmlformats.org/officeDocument/2006/relationships/customXml" Target="../ink/ink1.xml"/><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a:lstStyle/>
          <a:p>
            <a:r>
              <a:rPr lang="tr-TR" dirty="0"/>
              <a:t>Çocukların</a:t>
            </a:r>
            <a:br>
              <a:rPr lang="tr-TR" dirty="0"/>
            </a:br>
            <a:r>
              <a:rPr lang="tr-TR" dirty="0"/>
              <a:t>Sosyal Medya</a:t>
            </a:r>
            <a:br>
              <a:rPr lang="tr-TR" dirty="0"/>
            </a:br>
            <a:r>
              <a:rPr lang="tr-TR" dirty="0"/>
              <a:t>Güvenliği</a:t>
            </a:r>
          </a:p>
        </p:txBody>
      </p:sp>
      <p:sp>
        <p:nvSpPr>
          <p:cNvPr id="3" name="Alt Başlık 2"/>
          <p:cNvSpPr>
            <a:spLocks noGrp="1"/>
          </p:cNvSpPr>
          <p:nvPr>
            <p:ph type="subTitle" idx="1"/>
          </p:nvPr>
        </p:nvSpPr>
        <p:spPr/>
        <p:txBody>
          <a:bodyPr/>
          <a:lstStyle/>
          <a:p>
            <a:r>
              <a:rPr lang="tr-TR" dirty="0"/>
              <a:t>Muhammed Burak Aksu</a:t>
            </a:r>
          </a:p>
          <a:p>
            <a:r>
              <a:rPr lang="tr-TR" dirty="0"/>
              <a:t>360125013</a:t>
            </a:r>
          </a:p>
        </p:txBody>
      </p:sp>
    </p:spTree>
    <p:extLst>
      <p:ext uri="{BB962C8B-B14F-4D97-AF65-F5344CB8AC3E}">
        <p14:creationId xmlns:p14="http://schemas.microsoft.com/office/powerpoint/2010/main" val="167442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0E40542-B578-4F48-C83A-6D9E82ED9584}"/>
              </a:ext>
            </a:extLst>
          </p:cNvPr>
          <p:cNvSpPr>
            <a:spLocks noGrp="1"/>
          </p:cNvSpPr>
          <p:nvPr>
            <p:ph type="title"/>
          </p:nvPr>
        </p:nvSpPr>
        <p:spPr/>
        <p:txBody>
          <a:bodyPr/>
          <a:lstStyle/>
          <a:p>
            <a:r>
              <a:rPr lang="tr-TR" dirty="0"/>
              <a:t>Araştırma Konusu:</a:t>
            </a:r>
          </a:p>
        </p:txBody>
      </p:sp>
      <p:sp>
        <p:nvSpPr>
          <p:cNvPr id="3" name="İçerik Yer Tutucusu 2">
            <a:extLst>
              <a:ext uri="{FF2B5EF4-FFF2-40B4-BE49-F238E27FC236}">
                <a16:creationId xmlns:a16="http://schemas.microsoft.com/office/drawing/2014/main" id="{DEA017F4-8D59-7FD2-22D4-2C7FC776EBA6}"/>
              </a:ext>
            </a:extLst>
          </p:cNvPr>
          <p:cNvSpPr>
            <a:spLocks noGrp="1"/>
          </p:cNvSpPr>
          <p:nvPr>
            <p:ph idx="1"/>
          </p:nvPr>
        </p:nvSpPr>
        <p:spPr/>
        <p:txBody>
          <a:bodyPr vert="horz" lIns="91440" tIns="45720" rIns="91440" bIns="45720" rtlCol="0" anchor="t">
            <a:normAutofit/>
          </a:bodyPr>
          <a:lstStyle/>
          <a:p>
            <a:r>
              <a:rPr lang="tr-TR" sz="1900" dirty="0">
                <a:ea typeface="+mn-lt"/>
                <a:cs typeface="+mn-lt"/>
              </a:rPr>
              <a:t>Bu araştırma, çocukların sosyal medyayı kontrolsüz kullanmaları sonucunda uygunsuz veya zararlı içeriklere maruz kalma oranlarını ve bu durumun psikolojik etkilerini incelemektedir. Ayrıca, bu tür risklerin azaltılması için alınabilecek bireysel ve toplumsal önlemler üzerinde durulacaktır. Araştırmanın amacı, çocukların sosyal medyayı daha güvenli ve bilinçli şekilde kullanmalarına yönelik farkındalık oluşturmaktır.</a:t>
            </a:r>
            <a:endParaRPr lang="tr-TR" sz="1900" dirty="0"/>
          </a:p>
        </p:txBody>
      </p:sp>
    </p:spTree>
    <p:extLst>
      <p:ext uri="{BB962C8B-B14F-4D97-AF65-F5344CB8AC3E}">
        <p14:creationId xmlns:p14="http://schemas.microsoft.com/office/powerpoint/2010/main" val="1340975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4013455-CC63-76B5-810D-A9C7A275C7FA}"/>
              </a:ext>
            </a:extLst>
          </p:cNvPr>
          <p:cNvSpPr>
            <a:spLocks noGrp="1"/>
          </p:cNvSpPr>
          <p:nvPr>
            <p:ph type="title"/>
          </p:nvPr>
        </p:nvSpPr>
        <p:spPr/>
        <p:txBody>
          <a:bodyPr/>
          <a:lstStyle/>
          <a:p>
            <a:r>
              <a:rPr lang="tr-TR" dirty="0"/>
              <a:t>Araştırma Sorusu:</a:t>
            </a:r>
          </a:p>
        </p:txBody>
      </p:sp>
      <p:sp>
        <p:nvSpPr>
          <p:cNvPr id="3" name="İçerik Yer Tutucusu 2">
            <a:extLst>
              <a:ext uri="{FF2B5EF4-FFF2-40B4-BE49-F238E27FC236}">
                <a16:creationId xmlns:a16="http://schemas.microsoft.com/office/drawing/2014/main" id="{A4FADB88-6B37-2787-94E7-4394C294F9B8}"/>
              </a:ext>
            </a:extLst>
          </p:cNvPr>
          <p:cNvSpPr>
            <a:spLocks noGrp="1"/>
          </p:cNvSpPr>
          <p:nvPr>
            <p:ph idx="1"/>
          </p:nvPr>
        </p:nvSpPr>
        <p:spPr/>
        <p:txBody>
          <a:bodyPr vert="horz" lIns="91440" tIns="45720" rIns="91440" bIns="45720" rtlCol="0" anchor="t">
            <a:normAutofit/>
          </a:bodyPr>
          <a:lstStyle/>
          <a:p>
            <a:pPr marL="285750" indent="-285750"/>
            <a:r>
              <a:rPr lang="tr-TR" sz="1900" dirty="0">
                <a:ea typeface="+mn-lt"/>
                <a:cs typeface="+mn-lt"/>
              </a:rPr>
              <a:t>“Çocukların sosyal medyayı kontrolsüz kullanmaları, uygunsuz içeriklere maruz kalmalarına ve bunun sonucunda psikolojik açıdan olumsuz etkilenmelerine nasıl yol açmaktadır ve bu durumun önüne nasıl geçilebilir?”</a:t>
            </a:r>
            <a:endParaRPr lang="tr-TR" sz="1900" dirty="0"/>
          </a:p>
          <a:p>
            <a:endParaRPr lang="tr-TR" dirty="0"/>
          </a:p>
        </p:txBody>
      </p:sp>
      <p:sp>
        <p:nvSpPr>
          <p:cNvPr id="4" name="Veri Yer Tutucusu 3">
            <a:extLst>
              <a:ext uri="{FF2B5EF4-FFF2-40B4-BE49-F238E27FC236}">
                <a16:creationId xmlns:a16="http://schemas.microsoft.com/office/drawing/2014/main" id="{D3CFA2BF-BCB6-F1A2-0D08-0F8E5F2B48D3}"/>
              </a:ext>
            </a:extLst>
          </p:cNvPr>
          <p:cNvSpPr>
            <a:spLocks noGrp="1"/>
          </p:cNvSpPr>
          <p:nvPr>
            <p:ph type="dt" sz="half" idx="10"/>
          </p:nvPr>
        </p:nvSpPr>
        <p:spPr/>
        <p:txBody>
          <a:bodyPr/>
          <a:lstStyle/>
          <a:p>
            <a:fld id="{82D61FA4-2840-4BF6-894F-3591C4C566DF}" type="datetime1">
              <a:t>11/5/2025</a:t>
            </a:fld>
            <a:endParaRPr lang="en-US" dirty="0"/>
          </a:p>
        </p:txBody>
      </p:sp>
      <p:sp>
        <p:nvSpPr>
          <p:cNvPr id="5" name="Alt Bilgi Yer Tutucusu 4">
            <a:extLst>
              <a:ext uri="{FF2B5EF4-FFF2-40B4-BE49-F238E27FC236}">
                <a16:creationId xmlns:a16="http://schemas.microsoft.com/office/drawing/2014/main" id="{D7F98AE5-79B3-FC15-6762-C852045DA4A5}"/>
              </a:ext>
            </a:extLst>
          </p:cNvPr>
          <p:cNvSpPr>
            <a:spLocks noGrp="1"/>
          </p:cNvSpPr>
          <p:nvPr>
            <p:ph type="ftr" sz="quarter" idx="11"/>
          </p:nvPr>
        </p:nvSpPr>
        <p:spPr/>
        <p:txBody>
          <a:bodyPr/>
          <a:lstStyle/>
          <a:p>
            <a:r>
              <a:rPr lang="en-US" dirty="0"/>
              <a:t>
              </a:t>
            </a:r>
          </a:p>
        </p:txBody>
      </p:sp>
      <p:sp>
        <p:nvSpPr>
          <p:cNvPr id="6" name="Slayt Numarası Yer Tutucusu 5">
            <a:extLst>
              <a:ext uri="{FF2B5EF4-FFF2-40B4-BE49-F238E27FC236}">
                <a16:creationId xmlns:a16="http://schemas.microsoft.com/office/drawing/2014/main" id="{F669EE0E-FFDB-A140-B205-0F2A223D4E17}"/>
              </a:ext>
            </a:extLst>
          </p:cNvPr>
          <p:cNvSpPr>
            <a:spLocks noGrp="1"/>
          </p:cNvSpPr>
          <p:nvPr>
            <p:ph type="sldNum" sz="quarter" idx="12"/>
          </p:nvPr>
        </p:nvSpPr>
        <p:spPr/>
        <p:txBody>
          <a:bodyPr/>
          <a:lstStyle/>
          <a:p>
            <a:fld id="{6E91CC32-6A6B-4E2E-BBA1-6864F305DA26}" type="slidenum">
              <a:rPr lang="en-US" dirty="0"/>
              <a:t>3</a:t>
            </a:fld>
            <a:endParaRPr lang="en-US" dirty="0"/>
          </a:p>
        </p:txBody>
      </p:sp>
      <p:pic>
        <p:nvPicPr>
          <p:cNvPr id="7" name="Grafik 6" descr="Elinde balon olan çocuk ana hat">
            <a:extLst>
              <a:ext uri="{FF2B5EF4-FFF2-40B4-BE49-F238E27FC236}">
                <a16:creationId xmlns:a16="http://schemas.microsoft.com/office/drawing/2014/main" id="{D774ECB7-D0B2-BDC4-08B4-5511AD06FF6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81843" y="3181625"/>
            <a:ext cx="2935356" cy="2990573"/>
          </a:xfrm>
          <a:prstGeom prst="rect">
            <a:avLst/>
          </a:prstGeom>
        </p:spPr>
      </p:pic>
      <mc:AlternateContent xmlns:mc="http://schemas.openxmlformats.org/markup-compatibility/2006">
        <mc:Choice xmlns:p14="http://schemas.microsoft.com/office/powerpoint/2010/main" Requires="p14">
          <p:contentPart p14:bwMode="auto" r:id="rId4">
            <p14:nvContentPartPr>
              <p14:cNvPr id="8" name="Mürekkep 7">
                <a:extLst>
                  <a:ext uri="{FF2B5EF4-FFF2-40B4-BE49-F238E27FC236}">
                    <a16:creationId xmlns:a16="http://schemas.microsoft.com/office/drawing/2014/main" id="{3435FA8D-C75D-A073-2DDB-3EE2E12E5F86}"/>
                  </a:ext>
                </a:extLst>
              </p14:cNvPr>
              <p14:cNvContentPartPr/>
              <p14:nvPr/>
            </p14:nvContentPartPr>
            <p14:xfrm>
              <a:off x="9472349" y="4417878"/>
              <a:ext cx="337021" cy="143077"/>
            </p14:xfrm>
          </p:contentPart>
        </mc:Choice>
        <mc:Fallback>
          <p:pic>
            <p:nvPicPr>
              <p:cNvPr id="8" name="Mürekkep 7">
                <a:extLst>
                  <a:ext uri="{FF2B5EF4-FFF2-40B4-BE49-F238E27FC236}">
                    <a16:creationId xmlns:a16="http://schemas.microsoft.com/office/drawing/2014/main" id="{3435FA8D-C75D-A073-2DDB-3EE2E12E5F86}"/>
                  </a:ext>
                </a:extLst>
              </p:cNvPr>
              <p:cNvPicPr/>
              <p:nvPr/>
            </p:nvPicPr>
            <p:blipFill>
              <a:blip r:embed="rId5"/>
              <a:stretch>
                <a:fillRect/>
              </a:stretch>
            </p:blipFill>
            <p:spPr>
              <a:xfrm>
                <a:off x="9454725" y="4400263"/>
                <a:ext cx="372629" cy="178667"/>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0" name="Mürekkep 9">
                <a:extLst>
                  <a:ext uri="{FF2B5EF4-FFF2-40B4-BE49-F238E27FC236}">
                    <a16:creationId xmlns:a16="http://schemas.microsoft.com/office/drawing/2014/main" id="{35B3F44E-ADF1-64DA-D226-5D433ECDF4D8}"/>
                  </a:ext>
                </a:extLst>
              </p14:cNvPr>
              <p14:cNvContentPartPr/>
              <p14:nvPr/>
            </p14:nvContentPartPr>
            <p14:xfrm>
              <a:off x="9551763" y="4431057"/>
              <a:ext cx="155202" cy="76040"/>
            </p14:xfrm>
          </p:contentPart>
        </mc:Choice>
        <mc:Fallback>
          <p:pic>
            <p:nvPicPr>
              <p:cNvPr id="10" name="Mürekkep 9">
                <a:extLst>
                  <a:ext uri="{FF2B5EF4-FFF2-40B4-BE49-F238E27FC236}">
                    <a16:creationId xmlns:a16="http://schemas.microsoft.com/office/drawing/2014/main" id="{35B3F44E-ADF1-64DA-D226-5D433ECDF4D8}"/>
                  </a:ext>
                </a:extLst>
              </p:cNvPr>
              <p:cNvPicPr/>
              <p:nvPr/>
            </p:nvPicPr>
            <p:blipFill>
              <a:blip r:embed="rId7"/>
              <a:stretch>
                <a:fillRect/>
              </a:stretch>
            </p:blipFill>
            <p:spPr>
              <a:xfrm>
                <a:off x="9534159" y="4413123"/>
                <a:ext cx="190769" cy="111549"/>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1" name="Mürekkep 10">
                <a:extLst>
                  <a:ext uri="{FF2B5EF4-FFF2-40B4-BE49-F238E27FC236}">
                    <a16:creationId xmlns:a16="http://schemas.microsoft.com/office/drawing/2014/main" id="{A6B1E04A-0A26-12BE-E629-5E888BD2E977}"/>
                  </a:ext>
                </a:extLst>
              </p14:cNvPr>
              <p14:cNvContentPartPr/>
              <p14:nvPr/>
            </p14:nvContentPartPr>
            <p14:xfrm>
              <a:off x="8826692" y="3290293"/>
              <a:ext cx="1911019" cy="1219089"/>
            </p14:xfrm>
          </p:contentPart>
        </mc:Choice>
        <mc:Fallback>
          <p:pic>
            <p:nvPicPr>
              <p:cNvPr id="11" name="Mürekkep 10">
                <a:extLst>
                  <a:ext uri="{FF2B5EF4-FFF2-40B4-BE49-F238E27FC236}">
                    <a16:creationId xmlns:a16="http://schemas.microsoft.com/office/drawing/2014/main" id="{A6B1E04A-0A26-12BE-E629-5E888BD2E977}"/>
                  </a:ext>
                </a:extLst>
              </p:cNvPr>
              <p:cNvPicPr/>
              <p:nvPr/>
            </p:nvPicPr>
            <p:blipFill>
              <a:blip r:embed="rId9"/>
              <a:stretch>
                <a:fillRect/>
              </a:stretch>
            </p:blipFill>
            <p:spPr>
              <a:xfrm>
                <a:off x="8763699" y="3227665"/>
                <a:ext cx="2036644" cy="1344705"/>
              </a:xfrm>
              <a:prstGeom prst="rect">
                <a:avLst/>
              </a:prstGeom>
            </p:spPr>
          </p:pic>
        </mc:Fallback>
      </mc:AlternateContent>
      <p:pic>
        <p:nvPicPr>
          <p:cNvPr id="12" name="Grafik 11" descr="Akıllı Telefon ana hat">
            <a:extLst>
              <a:ext uri="{FF2B5EF4-FFF2-40B4-BE49-F238E27FC236}">
                <a16:creationId xmlns:a16="http://schemas.microsoft.com/office/drawing/2014/main" id="{522698DD-3F7A-97BA-2745-320D8E5CDDC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2880000">
            <a:off x="9467564" y="4182013"/>
            <a:ext cx="472661" cy="549967"/>
          </a:xfrm>
          <a:prstGeom prst="rect">
            <a:avLst/>
          </a:prstGeom>
        </p:spPr>
      </p:pic>
      <p:pic>
        <p:nvPicPr>
          <p:cNvPr id="14" name="Grafik 13" descr="Kablosuz düz dolguyla">
            <a:extLst>
              <a:ext uri="{FF2B5EF4-FFF2-40B4-BE49-F238E27FC236}">
                <a16:creationId xmlns:a16="http://schemas.microsoft.com/office/drawing/2014/main" id="{5FC6EE2C-C813-BA3D-08A0-E171BC4DF6E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719930" y="3512930"/>
            <a:ext cx="914400" cy="914400"/>
          </a:xfrm>
          <a:prstGeom prst="rect">
            <a:avLst/>
          </a:prstGeom>
        </p:spPr>
      </p:pic>
    </p:spTree>
    <p:extLst>
      <p:ext uri="{BB962C8B-B14F-4D97-AF65-F5344CB8AC3E}">
        <p14:creationId xmlns:p14="http://schemas.microsoft.com/office/powerpoint/2010/main" val="289360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047BA8E-73A3-BD6F-267C-E1B5C2C7198C}"/>
              </a:ext>
            </a:extLst>
          </p:cNvPr>
          <p:cNvSpPr>
            <a:spLocks noGrp="1"/>
          </p:cNvSpPr>
          <p:nvPr>
            <p:ph type="title"/>
          </p:nvPr>
        </p:nvSpPr>
        <p:spPr/>
        <p:txBody>
          <a:bodyPr/>
          <a:lstStyle/>
          <a:p>
            <a:r>
              <a:rPr lang="tr-TR" dirty="0"/>
              <a:t>Araştırma Boşluğu:</a:t>
            </a:r>
          </a:p>
        </p:txBody>
      </p:sp>
      <p:sp>
        <p:nvSpPr>
          <p:cNvPr id="3" name="İçerik Yer Tutucusu 2">
            <a:extLst>
              <a:ext uri="{FF2B5EF4-FFF2-40B4-BE49-F238E27FC236}">
                <a16:creationId xmlns:a16="http://schemas.microsoft.com/office/drawing/2014/main" id="{5F5C245D-F681-4517-2107-D6E0C4EC82B1}"/>
              </a:ext>
            </a:extLst>
          </p:cNvPr>
          <p:cNvSpPr>
            <a:spLocks noGrp="1"/>
          </p:cNvSpPr>
          <p:nvPr>
            <p:ph idx="1"/>
          </p:nvPr>
        </p:nvSpPr>
        <p:spPr/>
        <p:txBody>
          <a:bodyPr vert="horz" lIns="91440" tIns="45720" rIns="91440" bIns="45720" rtlCol="0" anchor="t">
            <a:normAutofit/>
          </a:bodyPr>
          <a:lstStyle/>
          <a:p>
            <a:pPr marL="285750" indent="-285750"/>
            <a:r>
              <a:rPr lang="tr-TR" sz="1900" dirty="0"/>
              <a:t>Bu konu üzerine yapılmış araştırmalardaki en büyük eksik Türkiye'de yapılmış yeterli araştırma olmaması, yapılan araştırmalarınsa sığ kalmasıdır.</a:t>
            </a:r>
          </a:p>
          <a:p>
            <a:pPr marL="285750" indent="-285750"/>
            <a:r>
              <a:rPr lang="tr-TR" sz="1900" dirty="0"/>
              <a:t>Aynı zamanda yapılan çoğu araştırmada istatistiksel sonuçlar verilmiş fakat bu tür içeriklere maruz kalmanın çocuk psikolojisine etkisinden yeterince bahsedilmemiştir.</a:t>
            </a:r>
          </a:p>
        </p:txBody>
      </p:sp>
      <p:sp>
        <p:nvSpPr>
          <p:cNvPr id="4" name="Veri Yer Tutucusu 3">
            <a:extLst>
              <a:ext uri="{FF2B5EF4-FFF2-40B4-BE49-F238E27FC236}">
                <a16:creationId xmlns:a16="http://schemas.microsoft.com/office/drawing/2014/main" id="{F858F1C3-4AD4-6784-BAF7-7861362AACD9}"/>
              </a:ext>
            </a:extLst>
          </p:cNvPr>
          <p:cNvSpPr>
            <a:spLocks noGrp="1"/>
          </p:cNvSpPr>
          <p:nvPr>
            <p:ph type="dt" sz="half" idx="10"/>
          </p:nvPr>
        </p:nvSpPr>
        <p:spPr/>
        <p:txBody>
          <a:bodyPr/>
          <a:lstStyle/>
          <a:p>
            <a:fld id="{CE853ED3-16AD-4439-9C67-D1E98C949AA3}" type="datetime1">
              <a:t>11/5/2025</a:t>
            </a:fld>
            <a:endParaRPr lang="en-US" dirty="0"/>
          </a:p>
        </p:txBody>
      </p:sp>
      <p:sp>
        <p:nvSpPr>
          <p:cNvPr id="5" name="Alt Bilgi Yer Tutucusu 4">
            <a:extLst>
              <a:ext uri="{FF2B5EF4-FFF2-40B4-BE49-F238E27FC236}">
                <a16:creationId xmlns:a16="http://schemas.microsoft.com/office/drawing/2014/main" id="{D072B303-965C-876C-3402-C7E5BFD12155}"/>
              </a:ext>
            </a:extLst>
          </p:cNvPr>
          <p:cNvSpPr>
            <a:spLocks noGrp="1"/>
          </p:cNvSpPr>
          <p:nvPr>
            <p:ph type="ftr" sz="quarter" idx="11"/>
          </p:nvPr>
        </p:nvSpPr>
        <p:spPr/>
        <p:txBody>
          <a:bodyPr/>
          <a:lstStyle/>
          <a:p>
            <a:r>
              <a:rPr lang="en-US" dirty="0"/>
              <a:t>
              </a:t>
            </a:r>
          </a:p>
        </p:txBody>
      </p:sp>
      <p:sp>
        <p:nvSpPr>
          <p:cNvPr id="6" name="Slayt Numarası Yer Tutucusu 5">
            <a:extLst>
              <a:ext uri="{FF2B5EF4-FFF2-40B4-BE49-F238E27FC236}">
                <a16:creationId xmlns:a16="http://schemas.microsoft.com/office/drawing/2014/main" id="{D9738626-9A6C-C370-02A3-3BA1D4814D74}"/>
              </a:ext>
            </a:extLst>
          </p:cNvPr>
          <p:cNvSpPr>
            <a:spLocks noGrp="1"/>
          </p:cNvSpPr>
          <p:nvPr>
            <p:ph type="sldNum" sz="quarter" idx="12"/>
          </p:nvPr>
        </p:nvSpPr>
        <p:spPr/>
        <p:txBody>
          <a:bodyPr/>
          <a:lstStyle/>
          <a:p>
            <a:fld id="{6E91CC32-6A6B-4E2E-BBA1-6864F305DA26}" type="slidenum">
              <a:rPr lang="en-US" dirty="0"/>
              <a:t>4</a:t>
            </a:fld>
            <a:endParaRPr lang="en-US" dirty="0"/>
          </a:p>
        </p:txBody>
      </p:sp>
      <p:pic>
        <p:nvPicPr>
          <p:cNvPr id="7" name="Grafik 6" descr="Büyüteç düz dolguyla">
            <a:extLst>
              <a:ext uri="{FF2B5EF4-FFF2-40B4-BE49-F238E27FC236}">
                <a16:creationId xmlns:a16="http://schemas.microsoft.com/office/drawing/2014/main" id="{A709F595-956A-4546-3096-0D835282BE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
            <a:off x="4543704" y="145714"/>
            <a:ext cx="2016209" cy="2005912"/>
          </a:xfrm>
          <a:prstGeom prst="rect">
            <a:avLst/>
          </a:prstGeom>
        </p:spPr>
      </p:pic>
    </p:spTree>
    <p:extLst>
      <p:ext uri="{BB962C8B-B14F-4D97-AF65-F5344CB8AC3E}">
        <p14:creationId xmlns:p14="http://schemas.microsoft.com/office/powerpoint/2010/main" val="719889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43A02D7-170E-78A6-FC05-D72D625F281D}"/>
              </a:ext>
            </a:extLst>
          </p:cNvPr>
          <p:cNvSpPr>
            <a:spLocks noGrp="1"/>
          </p:cNvSpPr>
          <p:nvPr>
            <p:ph type="title"/>
          </p:nvPr>
        </p:nvSpPr>
        <p:spPr/>
        <p:txBody>
          <a:bodyPr/>
          <a:lstStyle/>
          <a:p>
            <a:r>
              <a:rPr lang="tr-TR" dirty="0"/>
              <a:t>Literatür Taramasında Kullanılan Kaynaklar:</a:t>
            </a:r>
          </a:p>
        </p:txBody>
      </p:sp>
      <p:sp>
        <p:nvSpPr>
          <p:cNvPr id="3" name="İçerik Yer Tutucusu 2">
            <a:extLst>
              <a:ext uri="{FF2B5EF4-FFF2-40B4-BE49-F238E27FC236}">
                <a16:creationId xmlns:a16="http://schemas.microsoft.com/office/drawing/2014/main" id="{7E9B41BB-E1B3-A6C5-1B38-CAF565EB8EB9}"/>
              </a:ext>
            </a:extLst>
          </p:cNvPr>
          <p:cNvSpPr>
            <a:spLocks noGrp="1"/>
          </p:cNvSpPr>
          <p:nvPr>
            <p:ph idx="1"/>
          </p:nvPr>
        </p:nvSpPr>
        <p:spPr/>
        <p:txBody>
          <a:bodyPr vert="horz" lIns="91440" tIns="45720" rIns="91440" bIns="45720" rtlCol="0" anchor="t">
            <a:normAutofit/>
          </a:bodyPr>
          <a:lstStyle/>
          <a:p>
            <a:r>
              <a:rPr lang="tr-TR" sz="2200" dirty="0"/>
              <a:t>Google </a:t>
            </a:r>
            <a:r>
              <a:rPr lang="tr-TR" sz="2200" err="1"/>
              <a:t>Scholar</a:t>
            </a:r>
            <a:endParaRPr lang="tr-TR" sz="2200"/>
          </a:p>
          <a:p>
            <a:r>
              <a:rPr lang="tr-TR" sz="2200" err="1"/>
              <a:t>Research</a:t>
            </a:r>
            <a:r>
              <a:rPr lang="tr-TR" sz="2200" dirty="0"/>
              <a:t> </a:t>
            </a:r>
            <a:r>
              <a:rPr lang="tr-TR" sz="2200" err="1"/>
              <a:t>Gate</a:t>
            </a:r>
            <a:endParaRPr lang="tr-TR" sz="2200"/>
          </a:p>
          <a:p>
            <a:r>
              <a:rPr lang="tr-TR" sz="2200" err="1"/>
              <a:t>Pubmed</a:t>
            </a:r>
            <a:endParaRPr lang="tr-TR" sz="2200"/>
          </a:p>
        </p:txBody>
      </p:sp>
      <p:sp>
        <p:nvSpPr>
          <p:cNvPr id="4" name="Veri Yer Tutucusu 3">
            <a:extLst>
              <a:ext uri="{FF2B5EF4-FFF2-40B4-BE49-F238E27FC236}">
                <a16:creationId xmlns:a16="http://schemas.microsoft.com/office/drawing/2014/main" id="{0385AB03-86C5-2662-9D8E-7869049FE2F8}"/>
              </a:ext>
            </a:extLst>
          </p:cNvPr>
          <p:cNvSpPr>
            <a:spLocks noGrp="1"/>
          </p:cNvSpPr>
          <p:nvPr>
            <p:ph type="dt" sz="half" idx="10"/>
          </p:nvPr>
        </p:nvSpPr>
        <p:spPr/>
        <p:txBody>
          <a:bodyPr/>
          <a:lstStyle/>
          <a:p>
            <a:fld id="{940BC9B3-2C48-4196-8926-705F68133A4B}" type="datetime1">
              <a:t>11/5/2025</a:t>
            </a:fld>
            <a:endParaRPr lang="en-US" dirty="0"/>
          </a:p>
        </p:txBody>
      </p:sp>
      <p:sp>
        <p:nvSpPr>
          <p:cNvPr id="5" name="Alt Bilgi Yer Tutucusu 4">
            <a:extLst>
              <a:ext uri="{FF2B5EF4-FFF2-40B4-BE49-F238E27FC236}">
                <a16:creationId xmlns:a16="http://schemas.microsoft.com/office/drawing/2014/main" id="{CB6794D7-9700-0940-B1A2-8979B3718544}"/>
              </a:ext>
            </a:extLst>
          </p:cNvPr>
          <p:cNvSpPr>
            <a:spLocks noGrp="1"/>
          </p:cNvSpPr>
          <p:nvPr>
            <p:ph type="ftr" sz="quarter" idx="11"/>
          </p:nvPr>
        </p:nvSpPr>
        <p:spPr/>
        <p:txBody>
          <a:bodyPr/>
          <a:lstStyle/>
          <a:p>
            <a:r>
              <a:rPr lang="en-US" dirty="0"/>
              <a:t>
              </a:t>
            </a:r>
          </a:p>
        </p:txBody>
      </p:sp>
      <p:sp>
        <p:nvSpPr>
          <p:cNvPr id="6" name="Slayt Numarası Yer Tutucusu 5">
            <a:extLst>
              <a:ext uri="{FF2B5EF4-FFF2-40B4-BE49-F238E27FC236}">
                <a16:creationId xmlns:a16="http://schemas.microsoft.com/office/drawing/2014/main" id="{8079FD55-373D-95E1-F27F-CAD3CD138D77}"/>
              </a:ext>
            </a:extLst>
          </p:cNvPr>
          <p:cNvSpPr>
            <a:spLocks noGrp="1"/>
          </p:cNvSpPr>
          <p:nvPr>
            <p:ph type="sldNum" sz="quarter" idx="12"/>
          </p:nvPr>
        </p:nvSpPr>
        <p:spPr/>
        <p:txBody>
          <a:bodyPr/>
          <a:lstStyle/>
          <a:p>
            <a:fld id="{6E91CC32-6A6B-4E2E-BBA1-6864F305DA26}" type="slidenum">
              <a:rPr lang="en-US" dirty="0"/>
              <a:t>5</a:t>
            </a:fld>
            <a:endParaRPr lang="en-US" dirty="0"/>
          </a:p>
        </p:txBody>
      </p:sp>
      <p:pic>
        <p:nvPicPr>
          <p:cNvPr id="8" name="Resim 7" descr="Yueyu Hu">
            <a:extLst>
              <a:ext uri="{FF2B5EF4-FFF2-40B4-BE49-F238E27FC236}">
                <a16:creationId xmlns:a16="http://schemas.microsoft.com/office/drawing/2014/main" id="{166F8E57-5073-C7ED-41E7-7E9D6BDB9B9E}"/>
              </a:ext>
            </a:extLst>
          </p:cNvPr>
          <p:cNvPicPr>
            <a:picLocks noChangeAspect="1"/>
          </p:cNvPicPr>
          <p:nvPr/>
        </p:nvPicPr>
        <p:blipFill>
          <a:blip r:embed="rId2"/>
          <a:stretch>
            <a:fillRect/>
          </a:stretch>
        </p:blipFill>
        <p:spPr>
          <a:xfrm>
            <a:off x="7887086" y="3726978"/>
            <a:ext cx="2410854" cy="2452043"/>
          </a:xfrm>
          <a:prstGeom prst="rect">
            <a:avLst/>
          </a:prstGeom>
        </p:spPr>
      </p:pic>
      <p:pic>
        <p:nvPicPr>
          <p:cNvPr id="9" name="Resim 8" descr="Legal Information – ResearchGate">
            <a:extLst>
              <a:ext uri="{FF2B5EF4-FFF2-40B4-BE49-F238E27FC236}">
                <a16:creationId xmlns:a16="http://schemas.microsoft.com/office/drawing/2014/main" id="{7A50A53D-A529-3B5B-3258-2081320BABE5}"/>
              </a:ext>
            </a:extLst>
          </p:cNvPr>
          <p:cNvPicPr>
            <a:picLocks noChangeAspect="1"/>
          </p:cNvPicPr>
          <p:nvPr/>
        </p:nvPicPr>
        <p:blipFill>
          <a:blip r:embed="rId3"/>
          <a:stretch>
            <a:fillRect/>
          </a:stretch>
        </p:blipFill>
        <p:spPr>
          <a:xfrm>
            <a:off x="5508410" y="3829950"/>
            <a:ext cx="2379962" cy="2349070"/>
          </a:xfrm>
          <a:prstGeom prst="rect">
            <a:avLst/>
          </a:prstGeom>
        </p:spPr>
      </p:pic>
      <p:pic>
        <p:nvPicPr>
          <p:cNvPr id="10" name="Resim 9" descr="NLM Office Hours: PubMed Update">
            <a:extLst>
              <a:ext uri="{FF2B5EF4-FFF2-40B4-BE49-F238E27FC236}">
                <a16:creationId xmlns:a16="http://schemas.microsoft.com/office/drawing/2014/main" id="{6BF202EB-FFF3-8FC3-684A-FCBD67F49B6B}"/>
              </a:ext>
            </a:extLst>
          </p:cNvPr>
          <p:cNvPicPr>
            <a:picLocks noChangeAspect="1"/>
          </p:cNvPicPr>
          <p:nvPr/>
        </p:nvPicPr>
        <p:blipFill>
          <a:blip r:embed="rId4"/>
          <a:stretch>
            <a:fillRect/>
          </a:stretch>
        </p:blipFill>
        <p:spPr>
          <a:xfrm>
            <a:off x="2553086" y="3953518"/>
            <a:ext cx="2760962" cy="1998963"/>
          </a:xfrm>
          <a:prstGeom prst="rect">
            <a:avLst/>
          </a:prstGeom>
        </p:spPr>
      </p:pic>
    </p:spTree>
    <p:extLst>
      <p:ext uri="{BB962C8B-B14F-4D97-AF65-F5344CB8AC3E}">
        <p14:creationId xmlns:p14="http://schemas.microsoft.com/office/powerpoint/2010/main" val="923769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138FE3-2748-9404-5FA0-8AEC5FC1BA4C}"/>
              </a:ext>
            </a:extLst>
          </p:cNvPr>
          <p:cNvSpPr>
            <a:spLocks noGrp="1"/>
          </p:cNvSpPr>
          <p:nvPr>
            <p:ph type="title"/>
          </p:nvPr>
        </p:nvSpPr>
        <p:spPr>
          <a:xfrm>
            <a:off x="462846" y="1989743"/>
            <a:ext cx="9956747" cy="1438780"/>
          </a:xfrm>
        </p:spPr>
        <p:txBody>
          <a:bodyPr>
            <a:normAutofit/>
          </a:bodyPr>
          <a:lstStyle/>
          <a:p>
            <a:r>
              <a:rPr lang="tr-TR" sz="5500" dirty="0"/>
              <a:t>Dinlediğiniz için teşekkürler.</a:t>
            </a:r>
          </a:p>
        </p:txBody>
      </p:sp>
      <p:sp>
        <p:nvSpPr>
          <p:cNvPr id="4" name="Veri Yer Tutucusu 3">
            <a:extLst>
              <a:ext uri="{FF2B5EF4-FFF2-40B4-BE49-F238E27FC236}">
                <a16:creationId xmlns:a16="http://schemas.microsoft.com/office/drawing/2014/main" id="{04DC7471-1D3A-10F0-77E6-3F8A86AA96D7}"/>
              </a:ext>
            </a:extLst>
          </p:cNvPr>
          <p:cNvSpPr>
            <a:spLocks noGrp="1"/>
          </p:cNvSpPr>
          <p:nvPr>
            <p:ph type="dt" sz="half" idx="10"/>
          </p:nvPr>
        </p:nvSpPr>
        <p:spPr/>
        <p:txBody>
          <a:bodyPr/>
          <a:lstStyle/>
          <a:p>
            <a:fld id="{EBD68D64-23CA-47B5-A76A-0B7BD06381A1}" type="datetime1">
              <a:t>11/5/2025</a:t>
            </a:fld>
            <a:endParaRPr lang="en-US" dirty="0"/>
          </a:p>
        </p:txBody>
      </p:sp>
      <p:sp>
        <p:nvSpPr>
          <p:cNvPr id="5" name="Alt Bilgi Yer Tutucusu 4">
            <a:extLst>
              <a:ext uri="{FF2B5EF4-FFF2-40B4-BE49-F238E27FC236}">
                <a16:creationId xmlns:a16="http://schemas.microsoft.com/office/drawing/2014/main" id="{13C87FF0-8402-B75E-8CC3-D7FBD53E750D}"/>
              </a:ext>
            </a:extLst>
          </p:cNvPr>
          <p:cNvSpPr>
            <a:spLocks noGrp="1"/>
          </p:cNvSpPr>
          <p:nvPr>
            <p:ph type="ftr" sz="quarter" idx="11"/>
          </p:nvPr>
        </p:nvSpPr>
        <p:spPr/>
        <p:txBody>
          <a:bodyPr/>
          <a:lstStyle/>
          <a:p>
            <a:r>
              <a:rPr lang="en-US" dirty="0"/>
              <a:t>
              </a:t>
            </a:r>
          </a:p>
        </p:txBody>
      </p:sp>
      <p:sp>
        <p:nvSpPr>
          <p:cNvPr id="6" name="Slayt Numarası Yer Tutucusu 5">
            <a:extLst>
              <a:ext uri="{FF2B5EF4-FFF2-40B4-BE49-F238E27FC236}">
                <a16:creationId xmlns:a16="http://schemas.microsoft.com/office/drawing/2014/main" id="{581BB527-E16C-1B5B-2F12-26FCE47D5C0A}"/>
              </a:ext>
            </a:extLst>
          </p:cNvPr>
          <p:cNvSpPr>
            <a:spLocks noGrp="1"/>
          </p:cNvSpPr>
          <p:nvPr>
            <p:ph type="sldNum" sz="quarter" idx="12"/>
          </p:nvPr>
        </p:nvSpPr>
        <p:spPr/>
        <p:txBody>
          <a:bodyPr/>
          <a:lstStyle/>
          <a:p>
            <a:fld id="{6E91CC32-6A6B-4E2E-BBA1-6864F305DA26}" type="slidenum">
              <a:rPr lang="en-US" dirty="0"/>
              <a:t>6</a:t>
            </a:fld>
            <a:endParaRPr lang="en-US" dirty="0"/>
          </a:p>
        </p:txBody>
      </p:sp>
    </p:spTree>
    <p:extLst>
      <p:ext uri="{BB962C8B-B14F-4D97-AF65-F5344CB8AC3E}">
        <p14:creationId xmlns:p14="http://schemas.microsoft.com/office/powerpoint/2010/main" val="661013706"/>
      </p:ext>
    </p:extLst>
  </p:cSld>
  <p:clrMapOvr>
    <a:masterClrMapping/>
  </p:clrMapOvr>
</p:sld>
</file>

<file path=ppt/theme/theme1.xml><?xml version="1.0" encoding="utf-8"?>
<a:theme xmlns:a="http://schemas.openxmlformats.org/drawingml/2006/main" name="DylanVTI">
  <a:themeElements>
    <a:clrScheme name="DylanVTI">
      <a:dk1>
        <a:sysClr val="windowText" lastClr="000000"/>
      </a:dk1>
      <a:lt1>
        <a:sysClr val="window" lastClr="FFFFFF"/>
      </a:lt1>
      <a:dk2>
        <a:srgbClr val="1A1A33"/>
      </a:dk2>
      <a:lt2>
        <a:srgbClr val="EEFFE3"/>
      </a:lt2>
      <a:accent1>
        <a:srgbClr val="5C40EF"/>
      </a:accent1>
      <a:accent2>
        <a:srgbClr val="B8A0F8"/>
      </a:accent2>
      <a:accent3>
        <a:srgbClr val="00C777"/>
      </a:accent3>
      <a:accent4>
        <a:srgbClr val="005A66"/>
      </a:accent4>
      <a:accent5>
        <a:srgbClr val="9956EA"/>
      </a:accent5>
      <a:accent6>
        <a:srgbClr val="9BBB25"/>
      </a:accent6>
      <a:hlink>
        <a:srgbClr val="674CF0"/>
      </a:hlink>
      <a:folHlink>
        <a:srgbClr val="B53699"/>
      </a:folHlink>
    </a:clrScheme>
    <a:fontScheme name="DylanVTI">
      <a:majorFont>
        <a:latin typeface="Neue Haas Grotesk Text Pro"/>
        <a:ea typeface=""/>
        <a:cs typeface=""/>
      </a:majorFont>
      <a:minorFont>
        <a:latin typeface="Neue Haas Grotesk Text Pro"/>
        <a:ea typeface=""/>
        <a:cs typeface=""/>
      </a:minorFont>
    </a:fontScheme>
    <a:fmtScheme name="Dylan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ylanVTI" id="{CD0E21EA-FD0B-4FCD-9D95-B274E3CB7535}" vid="{F2F2D961-94DA-46D9-ABD7-77D6D5FB2C2D}"/>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Geniş ekran</PresentationFormat>
  <Paragraphs>0</Paragraphs>
  <Slides>6</Slides>
  <Notes>0</Notes>
  <HiddenSlides>0</HiddenSlides>
  <MMClips>0</MMClips>
  <ScaleCrop>false</ScaleCrop>
  <HeadingPairs>
    <vt:vector size="4" baseType="variant">
      <vt:variant>
        <vt:lpstr>Tema</vt:lpstr>
      </vt:variant>
      <vt:variant>
        <vt:i4>1</vt:i4>
      </vt:variant>
      <vt:variant>
        <vt:lpstr>Slayt Başlıkları</vt:lpstr>
      </vt:variant>
      <vt:variant>
        <vt:i4>6</vt:i4>
      </vt:variant>
    </vt:vector>
  </HeadingPairs>
  <TitlesOfParts>
    <vt:vector size="7" baseType="lpstr">
      <vt:lpstr>DylanVTI</vt:lpstr>
      <vt:lpstr>Çocukların Sosyal Medya Güvenliği</vt:lpstr>
      <vt:lpstr>Araştırma Konusu:</vt:lpstr>
      <vt:lpstr>Araştırma Sorusu:</vt:lpstr>
      <vt:lpstr>Araştırma Boşluğu:</vt:lpstr>
      <vt:lpstr>Literatür Taramasında Kullanılan Kaynaklar:</vt:lpstr>
      <vt:lpstr>Dinlediğiniz için teşekkürler.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121</cp:revision>
  <dcterms:created xsi:type="dcterms:W3CDTF">2025-11-05T16:43:19Z</dcterms:created>
  <dcterms:modified xsi:type="dcterms:W3CDTF">2025-11-05T18:04:07Z</dcterms:modified>
</cp:coreProperties>
</file>